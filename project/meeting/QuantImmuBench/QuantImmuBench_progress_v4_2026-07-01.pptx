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免疫原性定量评测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 新抗原免疫原性定量评测框架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阶段进度与方法学评价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工具系统横评 · 官方 130 肽口径 · 2026-07-01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本版围绕项目当前阶段进度展开，先汇报工具接入、数据到位与评测流程的整体完成度，再用单独一章系统说明如何看待跑出来的这批数据，包括已经处理好的方法学问题和留待周五讨论的两处措辞。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8470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进度总览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0" y="184708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 数据到位 评测流程的整体完成度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70048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7797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0720" y="277977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02736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3712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71246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单工具基线 子肽聚合规律 多工具融合与三重检验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535424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54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464515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如何看待这批数据 四个评价陷阱及处理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468112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5869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60720" y="557784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 与周五要讨论的问题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 数据到位 评测流程的整体完成度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progres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0680"/>
            <a:ext cx="6227064" cy="33282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554480"/>
            <a:ext cx="42793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94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525512" y="17007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121408"/>
            <a:ext cx="377647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工具接入已经全部完成，三十个工具全部部署跑通，其中十个属于抗原呈递方向，二十个属于免疫原性方向。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人源数据两套均已就位，一套是六例黑色素瘤的早期数据集，另一套是官方发布的一百三十条肽、九名患者的主分析队列。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小鼠数据两套目前都还没有，正在收集当中。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评测所需的方法学工具已经全部跑通，包括十二种融合方法、四种子肽聚合算子，以及三重检验流程。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项目进度追踪（2026-07-01）· 官方一百三十肽队列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具体设定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主分析集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官方发布的一百三十条肽、九名患者，患者编号从 P101 到 P110，其中缺少 P103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序列口径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以九个氨基酸的肽段为主分析对象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 秩相关，衡量对候选肽精细排序的能力，正是临床挑选疫苗靶点最需要的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肽级 AUPRC，作为补充的功效指标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先对每位患者单独计算相关，再做 Fisher-z 变换等权合并，避免患者之间的信息泄漏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官方一百三十肽队列（Braun 2025）· 主分析冻结表 pooled_clean_9mer.csv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 · 表一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单工具基线：裸口径与控肽长两列并报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188720"/>
                <a:gridCol w="1188720"/>
                <a:gridCol w="46634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控肽长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netMHCpan-BA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控肽长之后依然稳定，是真正最强的单工具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抗原呈递代理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榜首成绩大半来自肽长搭便车，控肽长后大幅回落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控前控后基本一致，表现稳定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0.294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控前控后基本一致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0.231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控前控后基本一致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抗原呈递类工具原本靠前的相关，大部分随肽长被控制之后就消失了；真正在控肽长后依然最强的是结合亲和力工具 netMHCpan-BA。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per-patient Spearman 裸口径与控肽长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 · 表二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子肽聚合方式对不同工具的影响规律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4846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聚合规律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关键数字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把一条肽切出的多个子肽窗口聚合起来，能明显提升排序能力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netMHCpan-BA 最大池化为 0.43，改用取前五个最强窗口的聚合后升至 0.52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免疫原性类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取单个最强窗口就已接近最优，继续聚合的收益有限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控肽长之后，各聚合方式与最强窗口之间的中位差约为 0.05，落在噪声范围之内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换句话说，聚合方式不能一刀切：亲和类靠多窗口聚合拿到额外提升，免疫原性类取最强窗口即已足够。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R2_pooling_sweep_official.csv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R2_best_per_tool.csv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 · 表三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多工具融合与三重检验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863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检验环节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十二种融合方法比较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在六工具子集的最强窗口维度下，十二种方法紧密聚成一簇，相关介于 0.33 到 0.39 之间，没有出现单一冠军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整合与最强单工具对比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六工具子集的几何均值为 0.362，最强单工具 netMHCpan-BA 为 0.392，配对检验结果持平，裸口径 p 值为 0.79，控肽长后为 0.24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删除百分之十突变的鲁棒性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几何均值在稳健性上居前，夺得第一名的胜率为 0.40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这里的六工具子集，指从三十个工具中选出的六个组成一组用于融合分析；三条检验合起来说明，多工具融合本身并不比最强单工具更强，价值在于不知道哪个工具最优时给出稳健的近最优结果。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R5 nested-LOPO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R6 删突变鲁棒性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部署建议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两条务实可落地的部署路线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1280160"/>
                <a:gridCol w="40233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务实默认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单一亲和力工具 netMHCpan-BA，采用取前二十个最强窗口的聚合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0.461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只依赖一个工具，最为稳定；该工具属于 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按需备选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多维度几何均值融合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在不确定哪个工具最优时的稳健选择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抗原呈递代理类工具因为覆盖稀疏、又存在肽长搭便车，不纳入部署候选。涉及 netMHCpan-BA 的数字受 DTU 学术许可约束，对外公布前需先完成许可确认。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 部署评估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R1 单工具基线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28016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如何评价跑出来的数据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四个评价陷阱：数据本身没错，但要读得对，得先绕开肽长混杂、计数混杂、融合方法数学近亲，以及患者数量带来的功效墙这四道坎。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四个评价陷阱及其处理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2834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评价陷阱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肽长混杂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长肽会切出更多窗口，最强窗口容易随机偏高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裸口径与控肽长两列并排报告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待周五讨论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一条肽切出的子肽数量本身就与反应弱相关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排除计数型的池化方式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融合方法数学近亲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在秩指标下，几何均值与算术秩均值几乎等价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用三重检验刻画其差异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患者数功效墙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仅九名患者，细粒度的方法差异在统计上分不开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补充一百三十条肽的肽级指标以提升功效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四道坎里三道已经处理定论，只剩肽长是否应作为混杂加以控制这一处，留到周五与老师当面讨论。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方法学评价工具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S2_regime_compare.csv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几何均值与算术均值秩融合的排序高度一致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rank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725" y="1618488"/>
            <a:ext cx="3655671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pointest_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211" y="1618488"/>
            <a:ext cx="3662090" cy="3209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074920"/>
            <a:ext cx="109087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507492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19379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左图把几种融合方法在同一批肽上的排序两两求相关，几何均值与算术均值秩融合的排序相关高达 0.95（患者内）与 0.97（合并），几乎完全一致。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右图显示三种融合方法的点估计紧紧聚成一簇，分别为 0.362、0.352 与 0.267，患者层的配对检验 p 值为 0.79，差异并不显著。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融合方法排序相关与点估计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更高功效下仍不可分辨，且可由二阶近似解释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auprc_ki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08" y="1618488"/>
            <a:ext cx="3689503" cy="3026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taylor_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711" y="1618488"/>
            <a:ext cx="3529090" cy="30266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4892040"/>
            <a:ext cx="109087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4892040"/>
            <a:ext cx="8229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010912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即便换到一百三十条肽的更高功效下，三种融合方法两两之间的差异仍然不显著，p 值均大于 0.15。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几何均值可以由算术均值减去肽内分歧度修正这一二阶近似来解释，残差的中位数仅为 0.041。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结论是，几何均值与算术均值秩融合在统计上不可分辨，属于数学近亲；几何均值有其乘性语义与抗离群的理论依据，可以作为稳健默认，但不宜声称是唯一最优。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S1_peptide_auprc.csv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 AUPRC 与泰勒二阶近似验证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肽长混杂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控制肽长前后各类工具的表现变化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len_confound_bare_vs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6104"/>
            <a:ext cx="5907024" cy="4277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这张图并排比较了控制肽长之前与之后各工具的表现。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控制肽长之后，抗原呈递代理类工具的相关明显回落，以 HLAthena 为例，从 0.63 降到 0.25。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而结合亲和力类工具基本不受影响，甚至略有上升，netMHCpan-BA 从 0.39 变为 0.43。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此处只陈述观察到的现象，不对处理方式下判断。肽长是否应作为混杂加以控制，留待进一步讨论。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裸口径与控肽长对照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功效墙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九名患者下的功效限制与肽级补救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official/figures/DIAG_power_resc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4760" y="1618488"/>
            <a:ext cx="7419432" cy="28437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754880"/>
            <a:ext cx="109087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754880"/>
            <a:ext cx="82296" cy="16002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48737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在单个队列只有九名患者的情况下，细粒度的方法差异在统计上很难区分，这与领域旗舰研究 TESLA 只有六名患者时的处境是一致的。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为了提升功效，补充了一百三十条肽的肽级 AUPRC 指标。需要诚实说明，这个指标同时混合了患者内与患者间的信号，因此它与逐患者的 Spearman 并列呈现，两者相互补充而不相互替换。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肽级 AUPRC 功效补充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领域旗舰 TESLA 六患者对照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当前限制与周五要讨论的问题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主要局限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患者数量有限，仅九名，细粒度的方法差异统计上难以分开。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多工具整合方案与最强单工具在统计上持平，并没有真正超越。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肽长与插入缺失这两类混杂尚待进一步讨论。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几何均值虽可作稳健默认，但并非唯一最优。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小鼠数据两套目前都还缺失，正在收集。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周五与老师当面讨论两个问题：肽长是否作为混杂加以控制，以及融合方法的措辞如何拿捏。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继续收集并接入两套小鼠数据，补齐人鼠对照。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补齐三十个工具完整的版本与代码提交清单，供投稿前核验。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项目进度追踪（2026-07-01）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 新抗原免疫原性定量评测框架 — 阶段进度与方法学评价</dc:title>
  <dc:subject>PptxGenJS Presentation</dc:subject>
  <dc:creator>PptxGenJS</dc:creator>
  <cp:lastModifiedBy>PptxGenJS</cp:lastModifiedBy>
  <cp:revision>1</cp:revision>
  <dcterms:created xsi:type="dcterms:W3CDTF">2026-07-01T08:52:34Z</dcterms:created>
  <dcterms:modified xsi:type="dcterms:W3CDTF">2026-07-01T08:52:34Z</dcterms:modified>
</cp:coreProperties>
</file>