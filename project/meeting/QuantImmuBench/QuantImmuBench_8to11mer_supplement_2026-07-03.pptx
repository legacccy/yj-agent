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QuantImmuBench · 8–11mer 可变窗补充口径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CADCFC"/>
                </a:solidFill>
                <a:latin typeface="Microsoft YaHei"/>
              </a:rPr>
              <a:t>覆盖修复 8–11mer 版：结果 + 图 (§2.2 supplementary aperture)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 i="0">
                <a:solidFill>
                  <a:srgbClr val="CADCFC"/>
                </a:solidFill>
                <a:latin typeface="Microsoft YaHei"/>
              </a:rPr>
              <a:t>23/30 工具达 130/130 覆盖 · 严格重跑 2 个 C 类工具 (netMHCstabpan / Seq2Neo)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结论：9mer 主口径一致优于 8–11mer 可变窗 (Top-5 全胜, 整体 83%) — 加固 §2.2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1">
                <a:solidFill>
                  <a:srgbClr val="66707A"/>
                </a:solidFill>
                <a:latin typeface="Microsoft YaHei"/>
              </a:rPr>
              <a:t>2026-07-03 · quantimmu-coverage-8to11mer 窗 · 数字均 Bash 核 csv · verifier 5/5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21295C"/>
                </a:solidFill>
                <a:latin typeface="Microsoft YaHei"/>
              </a:rPr>
              <a:t>方法：scope 收窄 — 只重跑真正需要的，不盲跑 25 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222A33"/>
                </a:solidFill>
                <a:latin typeface="Microsoft YaHei"/>
              </a:rPr>
              <a:t>先实测「8–11mer 肽级覆盖逐工具 == 9mer」→ 按 canonical 表长度分布把 30 工具分四类：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53212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09728" cy="21488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9384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65A82"/>
                </a:solidFill>
                <a:latin typeface="Microsoft YaHei"/>
              </a:rPr>
              <a:t>A · 全量部署已含 8–11 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5120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21295C"/>
                </a:solidFill>
                <a:latin typeface="Microsoft YaHei"/>
              </a:rPr>
              <a:t>~20 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154680"/>
            <a:ext cx="512064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22A33"/>
                </a:solidFill>
                <a:latin typeface="Microsoft YaHei"/>
              </a:rPr>
              <a:t>原始建 benchmark 时按 8–14mer 全长度跑过，分数一直在表里 → 0 重跑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53212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109728" cy="21488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29384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1C7293"/>
                </a:solidFill>
                <a:latin typeface="Microsoft YaHei"/>
              </a:rPr>
              <a:t>B · 有原生 8–11、仅缺 5 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441448"/>
            <a:ext cx="5120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21295C"/>
                </a:solidFill>
                <a:latin typeface="Microsoft YaHei"/>
              </a:rPr>
              <a:t>MHCnuggets/MHCseqNet
/MUNIS/ImmuGenX/andy90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154680"/>
            <a:ext cx="512064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22A33"/>
                </a:solidFill>
                <a:latin typeface="Microsoft YaHei"/>
              </a:rPr>
              <a:t>covered 肽已有 8–11 分，仅缺 5 肽 → coverage-only patch 够，省 3.7× 算力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553212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60520"/>
            <a:ext cx="109728" cy="2148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306824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E67E22"/>
                </a:solidFill>
                <a:latin typeface="Microsoft YaHei"/>
              </a:rPr>
              <a:t>C · 9mer-only 但支持 8–11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818888"/>
            <a:ext cx="5120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21295C"/>
                </a:solidFill>
                <a:latin typeface="Microsoft YaHei"/>
              </a:rPr>
              <a:t>netMHCstabpan · Seq2Neo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532120"/>
            <a:ext cx="512064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22A33"/>
                </a:solidFill>
                <a:latin typeface="Microsoft YaHei"/>
              </a:rPr>
              <a:t>canonical 里只有 9mer → 严格重跑补 8/10/11，否则「8–11 口径」暗藏只 9mer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60520"/>
            <a:ext cx="553212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67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160520"/>
            <a:ext cx="109728" cy="2148840"/>
          </a:xfrm>
          <a:prstGeom prst="rect">
            <a:avLst/>
          </a:prstGeom>
          <a:solidFill>
            <a:srgbClr val="66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306824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66707A"/>
                </a:solidFill>
                <a:latin typeface="Microsoft YaHei"/>
              </a:rPr>
              <a:t>D · 工具固有限长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818888"/>
            <a:ext cx="51206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21295C"/>
                </a:solidFill>
                <a:latin typeface="Microsoft YaHei"/>
              </a:rPr>
              <a:t>DeepNetBim(硬9mer)
DeepImmuno(9–10)/NeoaPred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5532120"/>
            <a:ext cx="512064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222A33"/>
                </a:solidFill>
                <a:latin typeface="Microsoft YaHei"/>
              </a:rPr>
              <a:t>researcher 查官方源证实限长 → 诚实标 NaN，不硬造 8–11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21295C"/>
                </a:solidFill>
                <a:latin typeface="Microsoft YaHei"/>
              </a:rPr>
              <a:t>图1 · 8–11mer 口径 30 工具 per-patient Spearman (effN≥8)</a:t>
            </a:r>
          </a:p>
        </p:txBody>
      </p:sp>
      <p:pic>
        <p:nvPicPr>
          <p:cNvPr id="4" name="Picture 3" descr="fig1_spearman_30tools_8to11mer_effN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63" y="960120"/>
            <a:ext cx="5617793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40880" y="1143000"/>
            <a:ext cx="47548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371600"/>
            <a:ext cx="429768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800" b="1" i="0">
                <a:solidFill>
                  <a:srgbClr val="065A82"/>
                </a:solidFill>
                <a:latin typeface="Microsoft YaHei"/>
              </a:rPr>
              <a:t>读图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0" i="0">
                <a:solidFill>
                  <a:srgbClr val="222A33"/>
                </a:solidFill>
                <a:latin typeface="Microsoft YaHei"/>
              </a:rPr>
              <a:t>• 8–11mer 可变窗口径下逐工具 per-patient Spearman，effN≥8 门槛剔 rho=±1 伪迹。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0" i="0">
                <a:solidFill>
                  <a:srgbClr val="222A33"/>
                </a:solidFill>
                <a:latin typeface="Microsoft YaHei"/>
              </a:rPr>
              <a:t>• 与 9mer 主口径同一套 pipeline（p0e2 --w811 → recompute → plot），仅长度过滤放宽。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400" b="0" i="0">
                <a:solidFill>
                  <a:srgbClr val="222A33"/>
                </a:solidFill>
                <a:latin typeface="Microsoft YaHei"/>
              </a:rPr>
              <a:t>• 头部工具 MHCnuggets / netMHCpan_BA / MHCflurry 仍居前，但整体绝对值低于 9mer（见图2）。</a:t>
            </a:r>
          </a:p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250" b="0" i="1">
                <a:solidFill>
                  <a:srgbClr val="66707A"/>
                </a:solidFill>
                <a:latin typeface="Microsoft YaHei"/>
              </a:rPr>
              <a:t>• 数据源：R1_recomputed_8to11mer_effN8.csv（130 肽锚定，G1/G2/G3 PASS）。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21295C"/>
                </a:solidFill>
                <a:latin typeface="Microsoft YaHei"/>
              </a:rPr>
              <a:t>图2 · 核心发现：9mer 主口径一致优于 8–11mer 可变窗</a:t>
            </a:r>
          </a:p>
        </p:txBody>
      </p:sp>
      <p:pic>
        <p:nvPicPr>
          <p:cNvPr id="4" name="Picture 3" descr="fig_9mer_vs_8to11mer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946" y="960120"/>
            <a:ext cx="3556267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720" y="1097280"/>
            <a:ext cx="2880360" cy="1554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234440"/>
            <a:ext cx="2880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057400"/>
            <a:ext cx="28803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CADCFC"/>
                </a:solidFill>
                <a:latin typeface="Microsoft YaHei"/>
              </a:rPr>
              <a:t>Top-5 工具 9mer 全胜</a:t>
            </a:r>
          </a:p>
        </p:txBody>
      </p:sp>
      <p:sp>
        <p:nvSpPr>
          <p:cNvPr id="8" name="Rectangle 7"/>
          <p:cNvSpPr/>
          <p:nvPr/>
        </p:nvSpPr>
        <p:spPr>
          <a:xfrm>
            <a:off x="8915400" y="1097280"/>
            <a:ext cx="2880360" cy="1554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234440"/>
            <a:ext cx="2880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057400"/>
            <a:ext cx="28803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</a:rPr>
              <a:t>24/29 工具 9mer &gt; 8–11mer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834640"/>
            <a:ext cx="60350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17520"/>
            <a:ext cx="553212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800" b="1" i="0">
                <a:solidFill>
                  <a:srgbClr val="065A82"/>
                </a:solidFill>
                <a:latin typeface="Microsoft YaHei"/>
              </a:rPr>
              <a:t>要点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400" b="0" i="0">
                <a:solidFill>
                  <a:srgbClr val="222A33"/>
                </a:solidFill>
                <a:latin typeface="Microsoft YaHei"/>
              </a:rPr>
              <a:t>• 均值 rho：9mer = 0.189  vs  8–11mer = 0.122。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400" b="0" i="0">
                <a:solidFill>
                  <a:srgbClr val="222A33"/>
                </a:solidFill>
                <a:latin typeface="Microsoft YaHei"/>
              </a:rPr>
              <a:t>• Top-5：MHCnuggets 0.447→0.373、netMHCpan_BA 0.392→0.289、MHCflurry 0.308→0.286、PRIME、NetTepi —— 全部 9mer 更高。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400" b="1" i="0">
                <a:solidFill>
                  <a:srgbClr val="21295C"/>
                </a:solidFill>
                <a:latin typeface="Microsoft YaHei"/>
              </a:rPr>
              <a:t>• 本 8–11mer 口径不推翻、反而加固 §2.2「9AA 一致优于可变窗」。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1250" b="0" i="0">
                <a:solidFill>
                  <a:srgbClr val="E67E22"/>
                </a:solidFill>
                <a:latin typeface="Microsoft YaHei"/>
              </a:rPr>
              <a:t>• 注：MHCseqNet(0.246→−0.227)、Seq2Neo(0.072→−0.084) 在可变窗大跌，是真实结果非 bug。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21295C"/>
                </a:solidFill>
                <a:latin typeface="Microsoft YaHei"/>
              </a:rPr>
              <a:t>图3 · 8–11mer 口径工具覆盖：23/30 达 130，其余诚实上限</a:t>
            </a:r>
          </a:p>
        </p:txBody>
      </p:sp>
      <p:pic>
        <p:nvPicPr>
          <p:cNvPr id="4" name="Picture 3" descr="fig_8to11mer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87" y="960120"/>
            <a:ext cx="3575585" cy="5669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720" y="1097280"/>
            <a:ext cx="2880360" cy="1371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207008"/>
            <a:ext cx="2880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23/30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938528"/>
            <a:ext cx="2880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</a:rPr>
              <a:t>工具达 130/130 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697480"/>
            <a:ext cx="6035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852928"/>
            <a:ext cx="5532120" cy="2834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500" b="1" i="0">
                <a:solidFill>
                  <a:srgbClr val="E67E22"/>
                </a:solidFill>
                <a:latin typeface="Microsoft YaHei"/>
              </a:rPr>
              <a:t>剩 7 个 &lt;130 = 跑也到不了的诚实上限（非 bug，不补零）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Microsoft YaHei"/>
              </a:rPr>
              <a:t>• 差分工具 (需 MT-vs-WT)：ICERFIRE 100 / NeoaG 102 / deepHLApan 101 / pTuneos 102 — 28 无 WT 肽结构性打不出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Microsoft YaHei"/>
              </a:rPr>
              <a:t>• NeoaPred 14：结构工具只吃严格 9mer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Microsoft YaHei"/>
              </a:rPr>
              <a:t>• NetTepi 125：模型仅覆盖 13 等位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350" b="0" i="0">
                <a:solidFill>
                  <a:srgbClr val="222A33"/>
                </a:solidFill>
                <a:latin typeface="Microsoft YaHei"/>
              </a:rPr>
              <a:t>• HLAthena 121：P101 缺 9 肽（同 9mer 遗留，待对齐 zichenli 完整部署，非 8–11 口径引入）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0" i="1">
                <a:solidFill>
                  <a:srgbClr val="66707A"/>
                </a:solidFill>
                <a:latin typeface="Microsoft YaHei"/>
              </a:rPr>
              <a:t>覆盖数据源：pooled_clean_8to11mer.csv 各 &lt;Tool&gt;_max 非空肽数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结论 &amp; 交接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CADCFC"/>
                </a:solidFill>
                <a:latin typeface="Microsoft YaHei"/>
              </a:rPr>
              <a:t>✓  8–11mer 覆盖修复完工：23/30 达 130，pooled 表 G1/G2/G3 PASS，verifier 5/5 PASS。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CADCFC"/>
                </a:solidFill>
                <a:latin typeface="Microsoft YaHei"/>
              </a:rPr>
              <a:t>✓  严格重跑 2 个 C 类（netMHCstabpan/Seq2Neo）：重叠审计 9mer 子集 max|diff|=0，100% 一致；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     55%/78% 肽的 pooled max 因 8/10/11 窗改变 → 重跑非边际，是真忠实度修复。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 i="0">
                <a:solidFill>
                  <a:srgbClr val="CADCFC"/>
                </a:solidFill>
                <a:latin typeface="Microsoft YaHei"/>
              </a:rPr>
              <a:t>✓  科学结论：9mer 主口径一致优于 8–11mer 可变窗（Top-5 全胜, 整体 83%）→ 加固 §2.2。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892040"/>
            <a:ext cx="10561320" cy="1371600"/>
          </a:xfrm>
          <a:prstGeom prst="rect">
            <a:avLst/>
          </a:prstGeom>
          <a:solidFill>
            <a:srgbClr val="2C3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029200"/>
            <a:ext cx="1014984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FFC107"/>
                </a:solidFill>
                <a:latin typeface="Microsoft YaHei"/>
              </a:rPr>
              <a:t>交接待办（非本口径 bug）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CADCFC"/>
                </a:solidFill>
                <a:latin typeface="Microsoft YaHei"/>
              </a:rPr>
              <a:t>• HLAthena 121→130：对齐 zichenli 完整 HLAthena 部署   • 8–11 vs 9mer aperture 谁优纳入正文/补充：交 analyst / 袁老师口径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0" i="1">
                <a:solidFill>
                  <a:srgbClr val="66707A"/>
                </a:solidFill>
                <a:latin typeface="Microsoft YaHei"/>
              </a:rPr>
              <a:t>• 产物：pooled_clean_8to11mer.csv · fig1_8to11mer · fig_9mer_vs_8to11mer · fig_8to11mer_coverage · 04_LOG Entry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