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931920"/>
            <a:ext cx="4023360" cy="402336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11512" y="-1280160"/>
            <a:ext cx="3108960" cy="310896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QuantImmuBench · 补充口径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8–11mer 可变窗补充口径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68680" y="361188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8862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主分析用 9AA 单一窗；本补充口径把每条肽按 8/9/10/11mer 全窗切分后 max 池化，检验「可变窗是否优于 9mer」。结论：不推翻、反而加固 9mer 主口径。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5943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rev1 · 2026-07-04（deepHLApan indel 修复后重建）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scope 收窄 — 只重跑真正需要的，不盲跑 25 工具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1430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383280"/>
                <a:gridCol w="274320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理由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全量已含 8–11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MHCnuggets/MHCseqNet/MUNIS/ImmuGenX/andy90 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复用原生 8–11 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canonical 已覆盖，仅补 5 缺肽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严格重跑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netMHCstabpan / Seq2Neo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HPC/本地全 8–11 重跑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canonical 只 9mer，工具支持 8–11，不跑则暗藏只 9mer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 限长诚实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DeepNetBim(9)/DeepImmuno(9–10)/NeoaPred(9)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诚实标真实窗长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工具官方架构限长，不硬造 8–11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257800"/>
            <a:ext cx="109087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5257800"/>
            <a:ext cx="82296" cy="96012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8" name="Text 5"/>
          <p:cNvSpPr/>
          <p:nvPr/>
        </p:nvSpPr>
        <p:spPr>
          <a:xfrm>
            <a:off x="896112" y="5394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口径诚实脚注（本次审计新增）：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DeepNetBim / NeoaPred 长表实际仅有 9mer 子肽分、DeepImmuno 仅 9–10mer —— 这 3 个工具的「8–11mer」列并非真 8–11，是原生架构限长。§2.2 须标注真实窗长，避免过度声称。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长表 Window_Size 逐工具核 · scripts/out/merged_all_tools_30_official_covfix_8to11.csv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工具 per-patient Spearman：9mer 主口径 vs 8–11mer 可变窗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486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official/recompute_effN/fig1_spearman_30tools_9mer_effN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436" y="1709928"/>
            <a:ext cx="4675367" cy="47183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600200"/>
            <a:ext cx="54864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8" name="Image 1" descr="D:/YJ-Agent/project/meeting/QuantImmuBench/analysis/official/recompute_effN/fig1_spearman_30tools_8to11mer_effN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716" y="1709928"/>
            <a:ext cx="4675367" cy="4718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R1_recomputed_effN8.csv (9mer) + R1_recomputed_8to11mer_effN8.csv (8–11mer) · 主榜=9/9 全覆盖，effN≥8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图2 · 核心发现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9mer 主口径一致优于 8–11mer 可变窗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68580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paper/figures/fig_9mer_vs_8to11mer_spear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8253" y="1481328"/>
            <a:ext cx="5067334" cy="4901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508760"/>
            <a:ext cx="1874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35240" y="1508760"/>
            <a:ext cx="1874520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7635240" y="17099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5/5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635240" y="2221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Top-5 工具 9mer 全胜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646920" y="1508760"/>
            <a:ext cx="1874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646920" y="1508760"/>
            <a:ext cx="1874520" cy="8229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9646920" y="17099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86%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9646920" y="2221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24/28 工具 9mer &gt; 8–11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635240" y="274320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35240" y="2743200"/>
            <a:ext cx="82296" cy="3291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7891272" y="28895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909560" y="3310128"/>
            <a:ext cx="342900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 rho：9mer = 0.191 vs 8–11mer = 0.122（两口径都适用的 28 工具；剔 DeepNetBim/NeoaPred 硬 9mer）。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Top-5：MHCnuggets 0.447→0.373、netMHCpan_BA 0.392→0.289、MHCflurry 0.308→0.286、PRIME、NetTepi —— 全部 9mer 更高。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8–11mer 口径不推翻、反而加固 §2.2「9AA 一致优于可变窗」。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注：MHCseqNet 0.246→−0.227、Seq2Neo 0.072→−0.084 可变窗翻负是真实结果非 bug（非 9mer 窗抢走 max 且与免疫原性反相关）。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R1_recomputed_effN8.csv + R1_recomputed_8to11mer_effN8.csv · deepHLApan indel 修复后重算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图3 · 覆盖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8–11mer 口径工具覆盖：24/30 达 130，其余诚实上限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943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paper/figures/fig_8to11mer_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037" y="1527048"/>
            <a:ext cx="5097367" cy="48097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508760"/>
            <a:ext cx="1874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138160" y="1508760"/>
            <a:ext cx="1874520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8138160" y="17099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24/30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138160" y="22219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工具达 130/130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766560" y="2743200"/>
            <a:ext cx="48006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66560" y="2743200"/>
            <a:ext cx="82296" cy="32461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7022592" y="288950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 6 个 &lt;130 = 诚实上限（非 bug，不补零）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040880" y="3310128"/>
            <a:ext cx="4297680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deepHLApan 101→130：context-free 单肽，原被误当差分工具漏 28 indel+1 SNV，本轮补跑修复入主榜。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差分工具（需 MT-vs-WT）：ICERFIRE 100 / NeoaG 102 / pTuneos 102 —— 28 无 WT 肽结构性打不出。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NeoaPred 14：结构工具只吃严格 9mer。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NetTepi 125：模型仅覆盖 13 等位。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HLAthena 121：P101 缺 9 肽（待对齐 zichenli 完整部署，非 8–11 口径引入）。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pooled_clean_8to11mer.csv 各 &lt;Tool&gt;_max 非空肽数 · deepHLApan 修复后 23/30→24/30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B3C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&amp; 交接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8–11mer 补充口径小结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4572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498348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9mer 主口径一致优于 8–11mer 可变窗（Top-5 全胜、均值 0.191 vs 0.122）→ 加固 §2.2 主分析选 9AA。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24/30 工具在 8–11mer 达满 130 覆盖；deepHLApan 本轮修复后从参考区入主榜。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可变窗使部分工具（MHCseqNet/Seq2Neo）翻负 = 真实信号，非 bug。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2578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554480"/>
            <a:ext cx="82296" cy="4572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1700784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交接待办（非本口径 bug）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121408"/>
            <a:ext cx="475488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口径脚注：DeepNetBim/NeoaPred「8–11」实为 9mer-only、DeepImmuno 为 9–10mer → §2.2 须标真实窗长。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indel 肽在 8–11mer 下实为 9mer-only 池化（全 30 工具共有，源头无 indel 的 8/10/11mer 子肽）→ 诚实标注。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HLAthena 121→130 需对齐 zichenli 完整部署（同 9mer 遗留）。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差分工具（ICERFIRE/NeoaG/pTuneos）indel 硬限，补 germline 也打不出 → 论文标覆盖上限。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QuantImmuBench — 8-11mer 可变窗补充口径</dc:title>
  <dc:subject>PptxGenJS Presentation</dc:subject>
  <dc:creator>PptxGenJS</dc:creator>
  <cp:lastModifiedBy>PptxGenJS</cp:lastModifiedBy>
  <cp:revision>1</cp:revision>
  <dcterms:created xsi:type="dcterms:W3CDTF">2026-07-04T03:57:28Z</dcterms:created>
  <dcterms:modified xsi:type="dcterms:W3CDTF">2026-07-04T03:57:28Z</dcterms:modified>
</cp:coreProperties>
</file>