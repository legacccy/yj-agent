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本周工作简报 · 2026-06-26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新抗原免疫原性预测工具 — 部署测试与基准评估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癌症个性化新抗原疫苗协作项目 · 预测工具组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523744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2186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工具完成部署测试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37744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523744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20440" y="32186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ELISpot 横评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523744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类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09360" y="32186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信息逐工具收齐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06840" y="2377440"/>
            <a:ext cx="254203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06840" y="2523744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份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098280" y="321868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横评 PPT + 数据包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10908792" cy="2514600"/>
          </a:xfrm>
          <a:prstGeom prst="rect">
            <a:avLst/>
          </a:prstGeom>
          <a:solidFill>
            <a:srgbClr val="0F4A58"/>
          </a:solidFill>
          <a:ln w="12700">
            <a:solidFill>
              <a:srgbClr val="1C6B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1148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本周主要工作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5262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10 个免疫原性预测工具的 HPC / 本地部署测试，逐工具收齐输入格式 / 参数 / 输出含义 / 工具简介 4 类信息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建统一口径横评流水线（统一输入切窗 → max 聚合 → ELISpot 真值 → 三档阈值 → AUC + AUPRC + Spearman），9 工具同条起跑线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补横评方法学依据：七步拉齐流程 + 自创 / 有文献依据家底表 + best-binder 聚合与 ELISpot 定量真值的文献回填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跨成员对账组内另一位的数据：数据集 100% 同源、PRIME 原始分相关 r=0.94、三工具结论一致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 10 工具横评 PPT（40 页）+ 5 工具客观版（26 页）+ 数据交付包 + 私有代码仓库（已脱敏）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工具 ELISpot 基准评估 — 谁能定量预测免疫强弱？</a:t>
            </a:r>
            <a:endParaRPr lang="en-US" sz="2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50292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3C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3C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3C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3C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ImmuneApp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3C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0.59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3C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HLAthena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3C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提呈 proxy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3C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deepHLApan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3C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97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NeoTImmuML 为复刻官方算法的自训版（官方权重不可得）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943600" y="1554480"/>
            <a:ext cx="56235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8" name="Image 0" descr="D:/YJ-Agent/project/meeting/QuantImmuBench/analysis/figures/fig6_8tools_auc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53328" y="1645920"/>
            <a:ext cx="5394960" cy="3063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943600" y="4983480"/>
            <a:ext cx="5623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943600" y="4983480"/>
            <a:ext cx="82296" cy="141732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7"/>
          <p:cNvSpPr/>
          <p:nvPr/>
        </p:nvSpPr>
        <p:spPr>
          <a:xfrm>
            <a:off x="6199632" y="512978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17920" y="5532120"/>
            <a:ext cx="5120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现有工具能判「有 / 无免疫原性」，但对免疫反应「强弱定量」普遍弱相关（AUC 多在随机线附近，少数到 0.66~0.75）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HLAthena（仅预测 MHC 提呈）近随机 0.51 → 印证「能被提呈 ≠ 能引发免疫」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进展与计划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完成度盘点 · 遗留 · 下一步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49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82296" cy="2331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4650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已完成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48463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工具部署测试 + 4 类信息全收齐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工具进 ELISpot 统一口径横评，指标 + 图 + 统计稳健性（bootstrap CI）齐全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全阳样本验「强弱排序」：所有工具相关近 0 → 量化能力的真实空白已用数据钉死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交付物（2 份 PPT + 数据包 + 代码仓库）成型并脱敏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4223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1600200"/>
            <a:ext cx="82296" cy="233172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746504"/>
            <a:ext cx="5056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遗留 / 阻塞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148840"/>
            <a:ext cx="491947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MHLAPre：无公开权重 + 预处理码缺失，自训路也不通 → 唯一出路邮件作者（已尝试）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netMHCstabpan：HPC glibc 版本不足，仅影响 IMPROVE 一个辅助特征，不影响主结论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袁老师统一输入数据尚未下发 → 第二阶段格式转换 + 正式测试待启动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0879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160520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306824"/>
            <a:ext cx="10543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下一步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709160"/>
            <a:ext cx="10405872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数据到位后：按各工具输入格式写转换脚本，在真实数据上做正式批量测试，回填真实输出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 QuantImmu 组：把「现有工具难做强弱定量」这一空白，作为自研 QuantImmune 量化算法的立项依据与基线对照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投稿 / 对外前的合规：netMHCpan 系列许可要求取 DTU 书面同意后方可发布其相关对比数字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新抗原免疫原性预测工具 — 本周工作简报</dc:title>
  <dc:subject>PptxGenJS Presentation</dc:subject>
  <dc:creator>PptxGenJS</dc:creator>
  <cp:lastModifiedBy>PptxGenJS</cp:lastModifiedBy>
  <cp:revision>1</cp:revision>
  <dcterms:created xsi:type="dcterms:W3CDTF">2026-06-26T04:57:05Z</dcterms:created>
  <dcterms:modified xsi:type="dcterms:W3CDTF">2026-06-26T04:57:05Z</dcterms:modified>
</cp:coreProperties>
</file>