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072B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E69F00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QuantImmuBench 深度分析 · §3.3 融合 / §4.3 选择偏差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原则化交叉验证的融合选择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选哪些工具 × 选几个 × 用哪种融合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68680" y="4023360"/>
            <a:ext cx="2926080" cy="0"/>
          </a:xfrm>
          <a:prstGeom prst="line">
            <a:avLst/>
          </a:prstGeom>
          <a:noFill/>
          <a:ln w="25400">
            <a:solidFill>
              <a:srgbClr val="E69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976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Braun 2025 · 130 肽 / 9 患者 · 逐患者秩相关（退化守卫）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外层留一患者 nested-LOPO · 内层前向贪心选融合成员 · pooling=max · 全覆盖 24 工具池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E3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核心问题：融合到底该选哪些工具、选几个、用哪种融合——用大量交叉验证说话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94392" y="6172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一页看懂：融合该怎么选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2286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CV-最优是小 k，单工具已足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7548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严格交叉验证下，最强单工具 MHCnuggets 逐患者 ρ̄=0.4466（k=1，此时无选择膨胀）就是曲线的实际拐点；加更多工具，交叉验证成绩不升反抖。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大融合没有交叉验证依据。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554480"/>
            <a:ext cx="82296" cy="2286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7007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换哪种选法都不超单工具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121408"/>
            <a:ext cx="48463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前向贪心/后向消除/穷举/单工具排序/去相关五种选择程序，交叉验证成绩全在 0.33~0.40，都低于单工具，且统计上分不出高下（p 全 &gt;0.05）。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 个候选集统计不可分——连单工具本身都在其中。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257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77640"/>
            <a:ext cx="82296" cy="2286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2394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SURV6 无 CV 依据，但与 CV 互证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544568"/>
            <a:ext cx="47548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头条的 SURV6 六工具是「存活工具≈朱的六维」的传承先验，成员从未进过交叉验证。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 CV 成绩 0.3657 精确复现 R3、几乎不虚高；与本次数据驱动的 CV 结论方向一致=互证，不是否定。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97764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977640"/>
            <a:ext cx="82296" cy="2286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1239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每个方法学决策都配受控实验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4544568"/>
            <a:ext cx="48463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守卫指标 / cover 池 / nested-CV / geomean 算子……13 条对照，每条「只变一处」实证换别的更差或会泄漏。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n=9 下不宣称唯一最优——报 CV-最优 + 不可分带 + 入选频率。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PEPTIDE_LENGTH_CONFOUNDER.md §5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analysis/fusion_cv/*.csv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· 无泄漏的选择程序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怎么选才诚实：留一患者 + 内层选 + 退化守卫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82296" cy="288036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550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统一口径（零泄漏装配）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98348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外层：留一患者（9 折）——留出的患者只用来「考试」，绝不参与挑工具。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内层：在其余 8 位患者上选融合成员（前向贪心，pooling 固定取最大值）。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候选池：每患者 ≥8 肽的全覆盖 24 工具；评估一律走退化守卫（有效样本 &lt;4 剔患者、丢假满分相关）。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留出患者的分数用「组内独立」融合装配，装满 130 行再算逐患者 ρ̄——within-patient 独立、零泄漏。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28523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08760"/>
            <a:ext cx="82296" cy="288036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65506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作弊上限 vs 交叉验证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075688"/>
            <a:ext cx="4782312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作弊上限（oracle）：用全部数据又挑工具又打分——最乐观。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交叉验证（CV）：只拿留出患者考试——真实水平。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两者之差 = 挑工具带来的虚高（选择膨胀）。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本次实测：k≥2 时膨胀稳定在 0.09~0.15——「按数据重选成员」会系统性抬高约一到一成半。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9087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72000"/>
            <a:ext cx="82296" cy="173736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718304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两个正交 null（验「选到的是信号、不是选择伪迹」）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138928"/>
            <a:ext cx="104058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患者内置换 null：把 ELISpot 在每位患者体内打乱后重跑整条选择——真 CV=0.3525 显著高于置换（p=0.01）→ 选择抓到的是真信号，不是过拟合噪声。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随机子集 null：从池里随便抽 k 个的偶然天花板——观测值落在其极端尾部（选择确实有效），但这只证「选得对」，不改变「整合相对单工具无净优势」。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select_engine.py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fusion_nested_cv.py（守卫引擎，import 复用）· select_null.csv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选几个 · K 学习曲线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融合几个工具最好？——单调升的是作弊上限，不是真实水平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3152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fusioncv_k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94797"/>
            <a:ext cx="7095744" cy="30456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3410712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138160" y="1508760"/>
            <a:ext cx="82296" cy="461772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8394192" y="1655064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0" y="2075688"/>
            <a:ext cx="290779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上线（作弊上限）随工具数单调升到 0.5435；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下线（交叉验证）从 k=1 的 0.4466 抖到 k=7 名义 0.4495——只高 0.003，且与单工具分不出（p≈0.96）；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两线之间的缝 = 选择膨胀 0.09~0.15；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结论：真实水平不随融合规模上升，小 k / 单工具足矣。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k_curve.csv（raw 口径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greedy_to_k）· oracle 处处 ≥ CV 已核 0 违例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怎么选 · 五程序横比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换哪种选择程序，都赢不了最强单工具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7665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fusioncv_proced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77515"/>
            <a:ext cx="6547104" cy="40802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508760"/>
            <a:ext cx="3959352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508760"/>
            <a:ext cx="82296" cy="461772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655064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2075688"/>
            <a:ext cx="345643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前向贪心 0.352 / 后向消除 0.354 / 穷举 0.399 / 单工具排序 0.400 / 去相关贪心 0.327；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全部低于单工具 MHCnuggets 0.4466（虚线），差值全为负；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与单工具的配对检验 p 全 &gt;0.05（0.12 / 0.31 / 0.48 / 0.36 / 0.12）——统计上分不出高下；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措辞纪律：报为「点估已不胜、n=9 功效不足未能检出差异」，不写赢家。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select_engine.csv（算子固定 geomean，隔离「程序」变量）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选哪些 · 稳定性选择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反复重采样后，只有一个工具稳定入选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7665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fusioncv_toolfr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65751"/>
            <a:ext cx="6547104" cy="41037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508760"/>
            <a:ext cx="3959352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508760"/>
            <a:ext cx="82296" cy="461772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655064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2075688"/>
            <a:ext cx="345643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9 折 × 患者 bootstrap（B=200）重采样，记每个工具的入选频率；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MHCnuggets 过 0.6 共识阈（0.795，9 折里 9 次全选）；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次高 netMHCpan_BA 仅 0.411（且是 DTU 工具、待授权）、IEDB_Calis 0.372——都不过阈；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即「哪些工具可信」的正解：稳的就 MHCnuggets 一个，其余是噪声级。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select_stability.csv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geomean 算子占 77.8% 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SURV6 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CV 互证、不是否定——把差异摆成「CV 残差」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27432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两个量必须分清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固定 SURV6 头条本身几乎没虚高：CV 成绩 0.3657 ≈ honest CV 0.352，且 0.3657 精确复现 R3 六维 geomean（raw）。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0.17 是「按数据重选融合成员」这个过程的过拟合上界（oracle 0.525 − CV 0.352），不是现有头条被夸大 0.17。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223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554480"/>
            <a:ext cx="82296" cy="27432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700784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为什么是互证不是否定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121408"/>
            <a:ext cx="491947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SURV6 可追溯为 selection-informed 先验（存活工具≈朱的六维）；本次 CV 是正交的、纯数据驱动。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两条路方向一致（都指向小 k / 少数工具、大融合无净优势）→ 互相印证。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差异量化成「SURV6 的 CV 残差」，不读作「SURV6 错」。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9087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434840"/>
            <a:ext cx="82296" cy="187452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581144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数值锚点（全部已核）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001768"/>
            <a:ext cx="104058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SURV6 fixed geomean CV：0.3657（raw）/ 0.2945（控肽长）——精确复现 R3 六维 geomean 两口径。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排序：SURV6 0.3657  &lt;  单工具 MHCnuggets 0.4466  &lt;  作弊上限 0.525；SURV6 的六工具成员从未进过任何交叉验证。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fusion_nested_cv.csv:fixed_surv6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official/R3_fusion_12methods_official.csv（geomean ndim=6）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条方法学决策 · 每条配一个受控对照实验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8064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figures/fig_fusioncv_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94" y="1572768"/>
            <a:ext cx="5576212" cy="448970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83080"/>
          <a:ext cx="6629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3337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方法学决策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换别的会怎样（Δ）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nested-CV 选成员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in-sample 上界虚高 +0.17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退化守卫指标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裸口径被小n伪迹抬冠军 +0.18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cover 池（≥8 肽）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全30 稀疏工具打乱仍虚高 +0.32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守卫 × 池 双防线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守卫下两者相等=防线重叠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入池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9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剔 DTU 不翻符号=结论稳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 主口径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9F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控肽长成员漂移=敏感性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geomean 算子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9E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胜 mean_rank/median/max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29400" y="5989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读法：#1/#2 撑「诚实 CV 口径」；#4/#5/#5b 撑「守卫 + 池过滤双防线」；#10/#13 撑「钉 geomean」；#11 撑「结论 consent-robust」；#12 是控肽长敏感性 caveat。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rationale_ledger.csv（18 行含子行）· 每条只变一处、其余固定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· 拍板点 · 局限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证据齐了，headline 归袁老师 + 朱同学拍板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82296" cy="25146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550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可严格达成的结论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489204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一套无泄漏的 CV 选择程序 + 它选出的（成员 × 数量 × 算子）；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CV-最优 = 小 k、稳定入选仅 MHCnuggets、算子 geomean；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五程序 / k=1..8 / 稳定性 / 38 不可分带四路证据一致：honest CV 下无可检测的整合净优势；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条方法学决策全配受控对照实证。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2239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508760"/>
            <a:ext cx="82296" cy="25146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655064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🛑 拍板点（本窗不擅改）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075688"/>
            <a:ext cx="491947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CV 结论与现有 headline 冲突：SURV6 六工具无 CV 依据、CV-最优实为小 k / 单工具 MHCnuggets。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建议：headline 把 SURV6 标注为「selection-informed 先验、CV 正交互证」或明示其无 CV 验证依据。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归袁老师 + 朱同学定；SURV6 摆成互证、非否定朱的工作。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0879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160520"/>
            <a:ext cx="82296" cy="196596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306824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诚实局限（不掩盖）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727448"/>
            <a:ext cx="104058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单队列 DS2 / n=9：统计功效有限，只能报「CV-最优 + 统计不可分带 + 入选频率」，不宣称唯一最优；null 只写「未检出净优势」不写「证伪」。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跨队列复现（DS1 / 鼠 B16F10·CT26）未做 = G2/G3 全套仍缺；控肽长口径下 CV-最优成员有漂移（#12）；不可分带内多含 DTU 工具（netMHCpan_BA），相关数字对外前需 consent 到位。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决策档：给袁老师_肽长矫正决策档.md 拍板点3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详版 PEPTIDE_LENGTH_CONFOUNDER.md §5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04_LOG Entry 55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QuantImmuBench — 原则化交叉验证的融合选择</dc:title>
  <dc:subject>PptxGenJS Presentation</dc:subject>
  <dc:creator>PptxGenJS</dc:creator>
  <cp:lastModifiedBy>PptxGenJS</cp:lastModifiedBy>
  <cp:revision>1</cp:revision>
  <dcterms:created xsi:type="dcterms:W3CDTF">2026-07-05T09:09:59Z</dcterms:created>
  <dcterms:modified xsi:type="dcterms:W3CDTF">2026-07-05T09:09:59Z</dcterms:modified>
</cp:coreProperties>
</file>