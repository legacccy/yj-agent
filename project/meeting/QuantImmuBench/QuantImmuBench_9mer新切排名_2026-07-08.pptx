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072B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9E73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免疫原性工具系统评测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QuantImmuBench §3.1 单工具 max-pooling 排序</a:t>
            </a:r>
            <a:endParaRPr lang="en-US" sz="3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9mer 新切肽口径（改动②③重跑复刻）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023360"/>
            <a:ext cx="2926080" cy="0"/>
          </a:xfrm>
          <a:prstGeom prst="line">
            <a:avLst/>
          </a:prstGeom>
          <a:noFill/>
          <a:ln w="25400">
            <a:solidFill>
              <a:srgbClr val="009E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97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2026-07-08 改动②③全量重跑（29 工具）· 官方 DS2 · 102 SNV 肽 · 9 患者（P101/102/104/105/106/107/108/109/110）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聚合口径 = per-patient Spearman → effN≥8 门槛 → clip±0.99 → Fisher-Z 病人等权均值 → tanh；CI = cluster-bootstrap over patients 95%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F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切肽口径 = 原始蛋白定点切含突变窗（SLP 锚定 + MANE 补），窗长 9mer；聚合算子 = max-pooling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94392" y="6217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改动②③是什么，这版复刻了上一版哪种口径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51129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改动②③ 做了什么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3008376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改动② = 切肽方式改成从原始蛋白上定点切「含突变的窗口」（SLP 锚定，缺失处用 MANE 参考序列补齐），把每条肽切出的子肽袋子固定成恒定的 9 个。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袋子恒定 → 从特征侧消除肽长混杂：窗数与 SLP 肽长的相关从 0.463 掉到 −0.097，工具分数不再靠「长肽切更多窗、最大值偏高」搭便车。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改动③ = 补齐野生型 WT 对照序列，已就绪但本版未跑（见第 5 页遗留）。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463040"/>
            <a:ext cx="351129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463040"/>
            <a:ext cx="82296" cy="489204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6093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复刻上一版的哪种口径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8576" y="2029968"/>
            <a:ext cx="3008376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本版严格复刻上一版单工具 max-pooling Spearman 排序 deck 的聚合口径，只换切肽方式：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每位患者单独算 Spearman（per-patient）→ 有效样本数 effN≥8 才计入 → 相关值 clip 到 ±0.99 → Fisher-Z 变换后病人等权求均值 → tanh 反变换。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置信区间 = 对患者做 cluster-bootstrap 的 95% 区间。聚合算子固定为 max-pooling（每条肽取其子肽窗口的最大分）。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1463040"/>
            <a:ext cx="351129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28432" y="1463040"/>
            <a:ext cx="82296" cy="489204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6093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与旧版数字口径差异（勿直接比）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2752" y="2029968"/>
            <a:ext cx="3008376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旧版排序基于 130 肽、且工具集含 NeoaPred；本版基于 102 SNV 肽、NeoaPred 已从工具集剔除（30→29）。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肽集不同、工具集不同，两版的绝对数值不可直接对比，只能看趋势与排序结构。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本版绝对量级低于旧 SLP 版，是「去肽长混杂 + 只保留 SNV」后的诚实结果，不是 bug。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R1_recomputed_rerun_9mer_effN8.csv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改动②③全量重跑（2026-07-08，29 工具）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 · §3.1 单工具主指标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单工具 max-pooling Spearman 排序 · 9mer 新切肽（effN≥8，8/9 病人进聚合）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official/recompute_effN/figures/fig_rerun_9mer_maxpool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07" y="1481328"/>
            <a:ext cx="4341586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371600"/>
            <a:ext cx="5806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0" y="1371600"/>
            <a:ext cx="82296" cy="521208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9" name="Text 6"/>
          <p:cNvSpPr/>
          <p:nvPr/>
        </p:nvSpPr>
        <p:spPr>
          <a:xfrm>
            <a:off x="5971032" y="151790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主排名要点（ρ̄ = Fisher-Z 病人等权均值）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1938528"/>
            <a:ext cx="530352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头部前六：netMHCpan_BA 0.372 &gt; MHCnuggets 0.319 &gt; PredIG 0.290 &gt; ICERFIRE 0.234 &gt; MHCseqNet 0.228 &gt; MHCflurry 0.214。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紧随其后：PRIME 0.181、MUNIS 0.180、BigMHC_IM 0.178、deepHLApan 0.174、netMHCpan_EL 0.169。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尾部（负相关）：andy90 −0.001、netMHCstabpan −0.033、ImmuneApp −0.044、NeoaG −0.048、CNNeo −0.058、Seq2Neo −0.075、TSCAPE −0.099。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个有效工具的均值 ρ̄ = 0.113。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N/A（不入排序）：DeepNetBim（max 池化下饱和成常数、退化）、NeoaPred（已从工具集剔除）。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可比性已核：28 工具全平均在同一 8 病人（102 因肽&lt;8 剔）、每病人排同一批 102 肽（肽级覆盖全 100%，无覆盖子集虚高）、定向统一——苹果对苹果。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R1_recomputed_rerun_9mer_effN8.csv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per-patient Spearman（9mer 新切，effN≥8，8/9 病人进聚合）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口径对照 · 新切 VS 旧 SLP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9mer 新切肽口径 vs 旧 SLP 9mer · 逐工具哑铃对比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official/recompute_effN/figures/fig_rerun_9mer_newcut_vs_oldSLP_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58" y="1481328"/>
            <a:ext cx="4546283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371600"/>
            <a:ext cx="5806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0" y="1371600"/>
            <a:ext cx="82296" cy="521208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9" name="Text 6"/>
          <p:cNvSpPr/>
          <p:nvPr/>
        </p:nvSpPr>
        <p:spPr>
          <a:xfrm>
            <a:off x="5971032" y="151790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1938528"/>
            <a:ext cx="530352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去掉肽长混杂后整体排序能力下降：28 个有效工具均值从旧 SLP 的 0.191 降到新切的 0.113。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逐工具方向：26/28 下降，仅 2 个上升（PredIG、deepHLApan）。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降幅最大者（当初最吃肽长混杂）：MHCnuggets 0.447→0.319、netMHCstabpan 0.234→−0.033、NetTepi 0.293→0.093、IMPROVE 0.285→0.146、ImmuneApp 0.179→−0.044。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结论：越是靠「长肽多窗、最大值偏高」拿高分的工具，去混杂后掉得越狠。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caveat：新切基于 102 SNV 肽、旧版基于 130 肽，肽集不同，本页仅作趋势示意，不作绝对数值对标。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R1_recomputed_rerun_9mer_effN8.csv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新切 9mer vs 旧 SLP 9mer 逐工具 ρ̄ 对照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掉分归因 · 分解实验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为什么从旧 0.191 掉到新 0.113 —— 一半是砍 indel，一半才是去混杂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  <a:gridCol w="100584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肽集 / 切法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均值 ρ̄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上一步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旧 SLP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 肽 · SLP 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0.191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旧 SLP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102 SNV · SLP 切（只砍 28 indel）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新切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 SNV · 蛋白定点切（只换切法）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−0.034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977640"/>
            <a:ext cx="6675120" cy="548640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总掉 −0.078  =  </a:t>
            </a:r>
            <a:pPr algn="ctr"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砍 28 高应答 indel 肽 −0.044（56%）</a:t>
            </a:r>
            <a:pPr algn="ctr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 </a:t>
            </a:r>
            <a:pPr algn="ctr" indent="0" marL="0">
              <a:buNone/>
            </a:pPr>
            <a:r>
              <a:rPr lang="en-US" sz="14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去肽长混杂 −0.034（44%）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1600200"/>
            <a:ext cx="3931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600200"/>
            <a:ext cx="82296" cy="420624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7465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怎么读这张分解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2167128"/>
            <a:ext cx="34290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砍 28 条 indel/移码肽（占一半多）：只做 SNV → 130 肽变 102。那 28 条恰是高应答肽（ELISpot 中位更高、VHL 移码=392），好排的肽被拿走，任务本身更难；附带病人 102（SNV 仅 6 肽&lt;effN8）也掉出聚合。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去肽长混杂（占差不多另一半）：改动②袋子恒定=9，挤掉「长肽多窗、max 偏高」的虚高。吃这口最狠者掉最惨：netMHCstabpan 0.234→0.134→−0.033、NetTepi 0.293→0.161→0.093。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反直觉：非全掉——netMHCpan_BA 砍 indel 后反升 0.392→0.454、deepHLApan 两步都升 0.052→0.174，本被噪声压低、去掉才显真本事。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结论：0.113 是更干净、更难 benchmark（仅 SNV + 无肽长虚高）上的诚实水平，两个原因都非 bug。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分解实验 _scratch/decompose.py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三情景同 effN8 Fisher-Z 口径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pooled_clean_9mer.csv(旧) + pooled_clean_rerun_9mer.csv(新)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结论与诚实边界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核心结论、遗留事项、数据完整性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51129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3008376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netMHCpan_BA 领跑，结合 / 呈递类工具整体居前，印证 claim i：结合类工具排序能力不弱于免疫原性专用工具。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绝对量级低于旧 SLP 版，是「去肽长混杂 + 只保留 SNV」后的诚实结果，不是 bug 也不是退步。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越吃肽长混杂的工具去混杂后掉得越狠（见第 4 页哑铃），说明旧版部分高分来自可疑的肽长搭便车。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463040"/>
            <a:ext cx="351129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463040"/>
            <a:ext cx="82296" cy="489204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6093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遗留事项（勿预焊胜利）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8576" y="2029968"/>
            <a:ext cx="3008376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DeepNetBim 在 max 池化下饱和成常数、退化，本版列 N/A，未纳入排序。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 相关的改动③（补 WT 对照）已就绪但本版未跑，结果未知，不预先宣称胜利。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8-11mer 可变窗的新切口径本版未做，留待以后补。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1463040"/>
            <a:ext cx="351129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28432" y="1463040"/>
            <a:ext cx="82296" cy="489204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6093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数据完整性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2752" y="2029968"/>
            <a:ext cx="3008376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个工具全部齐整：共 4053 行打分数据完整。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覆盖缺口仅 NeoTImmuML 的 1 条肽 ×5 个 HLA，属极小残缺，不影响主排名。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NeoaPred 已从工具集剔除（30→29），本版排序不含它。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R1_recomputed_rerun_9mer_effN8.csv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改动②③全量重跑（2026-07-08，29 工具，4053 行）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QuantImmuBench §3.1 单工具 max-pooling 排序 — 9mer 新切肽口径（改动②③重跑复刻）</dc:title>
  <dc:subject>PptxGenJS Presentation</dc:subject>
  <dc:creator>PptxGenJS</dc:creator>
  <cp:lastModifiedBy>PptxGenJS</cp:lastModifiedBy>
  <cp:revision>1</cp:revision>
  <dcterms:created xsi:type="dcterms:W3CDTF">2026-07-08T06:09:13Z</dcterms:created>
  <dcterms:modified xsi:type="dcterms:W3CDTF">2026-07-08T06:09:13Z</dcterms:modified>
</cp:coreProperties>
</file>