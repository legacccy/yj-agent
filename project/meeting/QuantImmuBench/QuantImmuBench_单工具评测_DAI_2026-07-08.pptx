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072B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9E7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免疫原性预测工具评测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单工具新抗原免疫原性预测评测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2926080" cy="0"/>
          </a:xfrm>
          <a:prstGeom prst="line">
            <a:avLst/>
          </a:prstGeom>
          <a:noFill/>
          <a:ln w="25400">
            <a:solidFill>
              <a:srgbClr val="009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918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原始蛋白定点切肽 · 突变肽（MT）与野生型（WT）双口径</a:t>
            </a:r>
            <a:endParaRPr lang="en-US" sz="1700" dirty="0"/>
          </a:p>
          <a:p>
            <a:pPr indent="0" marL="0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Braun 2025 肾癌疫苗 ELISpot 数据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F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2026-07-08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数据、切肽方式与评测指标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9964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1053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这项评测怎么做的（逐条说明）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10396728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数据：Braun 等 2025 年发表于《Nature》的肾癌新抗原疫苗试验；9 位患者；用 ELISpot 实验实测每条突变肽的 T 细胞反应强度，作为评测的真值。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肽的范围：102 条点突变（SNV）肽。移码和插入/缺失突变（共 28 条）已排除，因为它们没有对应的正常（野生型）序列，无法计算差异。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怎么切肽：围绕每个突变位点，从蛋白序列上截取长度为 9 的短肽，每条突变固定截出 9 个窗口。这样每条突变的候选肽数量一致，避免“疫苗肽越长、候选越多”带来的偏差。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打分与汇总：每个工具对“短肽–HLA”打分，取该突变所有窗口里的最高分代表这条突变。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评测指标：在每位患者内部，计算工具打分与 ELISpot 实验值的 Spearman 秩相关（衡量排序是否一致）；要求该患者至少有 8 条肽同时具备打分和实验值才纳入；再把各患者的相关系数等权平均。相关系数越接近 1，说明工具越能把实验上更强的突变排在前面。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Braun et al. 2025, Nature（肾癌新抗原疫苗试验，ELISpot 真值）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 · 主排名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单工具排名：谁最能预测免疫原性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recompute_effN/figures/fig_rerun_9mer_maxpool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27" y="1481328"/>
            <a:ext cx="4341586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371600"/>
            <a:ext cx="57424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371600"/>
            <a:ext cx="82296" cy="521208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517904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80760" y="1938528"/>
            <a:ext cx="5239512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方法：用每个工具对突变肽的原始打分来排序，指标见上一页。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范围：102 条 SNV 肽、9 位患者、9mer 短肽。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结果：netMHCpan_BA 排第一（相关 0.372）；排在前面的基本是结合/呈递类工具（如 MHCnuggets、MHCflurry）；免疫原性专用工具多数靠后。28 个工具的平均相关约 0.11。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两点说明：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平均值 0.11 绝对不高，是因为 T 细胞免疫原性本身极难预测，文献里同类单指标的水平也是这个量级。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DeepNetBim 打分全部相同、无法排序，NeoaPred 已从工具集去除，这两个不计入。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用突变肽原始打分排序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102 SNV 肽 / 9 患者 / 9mer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概念说明 · DAI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DAI（差异指数），为什么要用野生型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9964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10533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差异指数 DAI 的想法与定义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10396728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出发点：新抗原能被免疫系统识别，部分原因是它和正常（野生型）序列不同。于是有一种思路：不看突变肽的绝对分，而看“突变肽比它对应的野生型强多少”。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定义：DAI = 突变肽得分 − 野生型得分（差为负时记为 0）。这个差越大，代表突变让这条肽比原来更容易被呈递或识别。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这正是野生型（WT）数据的用处：只有同时给突变肽和野生型肽都打分，才能算出这个差。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来源：由 Duan 等人在 2014 年提出。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R1_recomputed_rerun_9mer_dai_effN8.csv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DAI 概念：Duan et al. 2014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 · DAI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差异指数 DAI 能预测免疫原性吗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recompute_effN/figures/fig_rerun_9mer_dai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73" y="1481328"/>
            <a:ext cx="4470895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371600"/>
            <a:ext cx="57424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371600"/>
            <a:ext cx="82296" cy="521208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517904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怎么读这张图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80760" y="1938528"/>
            <a:ext cx="5239512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方法：把每个工具的打分换成 DAI（突变分 − 野生型分），其余算法与前面相同。25 个工具能算 DAI；另有 4 个工具只输出一个综合分、无法单独给野生型打分，不计入。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三个关键数字的含义：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平均 0.007（几乎为零）：DAI 平均而言几乎没有预测能力，接近随机。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最高 0.344（PredIG）：即便表现最好的 DAI，也没有超过用原始突变肽分时的最高值（0.372）。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最低 −0.316；且 25 个工具正负几乎各半，其中只有 3 个的置信区间不包含 0。这说明大多数结果与“零相关”无法区分，正负主要是小样本的随机波动，不是真的反向预测。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结论：在这批数据上，“看突变与野生型的差异”并没有比“直接看突变肽的分”带来提升。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R1_recomputed_rerun_9mer_dai_effN8.csv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用 DAI（突变分−野生型分）排序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25 工具可算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为什么本版平均分比旧版低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recompute_effN/figures/fig_rerun_9mer_newcut_vs_oldSLP_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78" y="1481328"/>
            <a:ext cx="4546283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371600"/>
            <a:ext cx="57424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0" y="1371600"/>
            <a:ext cx="82296" cy="521208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9" name="Text 6"/>
          <p:cNvSpPr/>
          <p:nvPr/>
        </p:nvSpPr>
        <p:spPr>
          <a:xfrm>
            <a:off x="6062472" y="1517904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两个原因，各约一半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80760" y="1938528"/>
            <a:ext cx="5239512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旧版（按疫苗肽切、130 条肽）平均相关 0.191；本版（按蛋白定点切、102 条 SNV）平均 0.113。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下降来自两件事，各约一半：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只保留点突变：去掉了 28 条移码/插入缺失肽，而这些恰好是实验反应偏强的肽，任务因此更难（约 −0.04）。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换了切肽方式：旧切法下疫苗肽越长、候选肽越多，最高分容易偏高；新切法固定每条突变 9 个窗口，去掉了这个偏差（约 −0.03）。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两者都不是出错，而是更严格、更干净口径下的真实水平。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新切 9mer vs 旧疫苗肽切逐工具对照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结论与局限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结合/呈递类工具对突变肽的原始打分，是最强的单指标排序输入（netMHCpan_BA 居首）。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差异指数 DAI（用上野生型）在这批数据上几乎没有预测力，也没有比原始打分更好。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463040"/>
            <a:ext cx="82296" cy="4892040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9F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8576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仅 9 位患者、单一队列，结论属初步观察，不宜外推为普适排名。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仅点突变（SNV），移码/插入缺失未纳入。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仅 9mer，8–11 可变窗长尚未做。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463040"/>
            <a:ext cx="3511296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28432" y="1463040"/>
            <a:ext cx="82296" cy="4892040"/>
          </a:xfrm>
          <a:prstGeom prst="rect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6093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与文献一致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2029968"/>
            <a:ext cx="3008376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IMPROVE（2024）报告 DAI 区分免疫原性 p=0.96（接近随机）；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TESLA（2020）报告只看差异、不看呈递反而更差；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同类单指标的判别力（AUC）普遍在 0.52–0.60。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本结果与这些文献一致。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R1_recomputed_rerun_9mer_effN8.csv + R1_recomputed_rerun_9mer_dai_effN8.csv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文献：IMPROVE 2024 / TESLA 2020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QuantImmuBench §3.1 单工具新抗原免疫原性预测评测（含 DAI）</dc:title>
  <dc:subject>PptxGenJS Presentation</dc:subject>
  <dc:creator>PptxGenJS</dc:creator>
  <cp:lastModifiedBy>PptxGenJS</cp:lastModifiedBy>
  <cp:revision>1</cp:revision>
  <dcterms:created xsi:type="dcterms:W3CDTF">2026-07-08T08:26:16Z</dcterms:created>
  <dcterms:modified xsi:type="dcterms:W3CDTF">2026-07-08T08:26:16Z</dcterms:modified>
</cp:coreProperties>
</file>