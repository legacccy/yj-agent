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工具部署 + Benchmark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新抗原免疫原性预测工具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部署测试与基准评估报告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5 工具部署 + 4 类信息 · 8 工具 ELISpot 基准 (保守结论) · QuantImmune 立项支撑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70916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937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余嘉 (legacccy)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协作项目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袁老师课题组 · 西交利物浦大学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94392" y="6126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任务目标 · 我负责的子任务 · 团队分工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074920" cy="32461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项目总目标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1945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做能预测 T 细胞反应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「强弱定量程度」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的工具 —— 比现有只判「有/无免疫原性」的二分类更进一步。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9776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 benchmark 现有工具 + 数据集 → 结合自研 QuantImmune 算法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98348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5074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53949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预测工具组：余嘉 (前 5 工具，本报告) + 李紫晨 (后 5 工具)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QuantImmu 组：徐伊琳 (HPC 部署 QuantImmune)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数据收集组：王子源、谢孟翰 (文献 + 数据)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0" y="1627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每个工具收集的 4 类信息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2084832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224942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272784" y="2249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21762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输入数据的模板 / 格式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8000" y="24871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文件类型、必填列、肽长限制、HLA 格式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292608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72784" y="309067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272784" y="3090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30175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预测工具运行参数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58000" y="33284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可调参数的类型及功能、运行模式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3767328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72784" y="39319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272784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38587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输出数据格式及含义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58000" y="41696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关键列、分数类型、能否定量强弱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26480" y="4608576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72784" y="477316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272784" y="4773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0" y="47000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工具简介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858000" y="50109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方法、特点、优势与局限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26480" y="5468112"/>
            <a:ext cx="5394960" cy="932688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559612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我负责的 5 工具：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 · DeepImmuno · pTuneos · IMPROVE · NeoTImmuML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工具部署状态 · 端到端完整度诚实分级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554480"/>
                <a:gridCol w="1417320"/>
                <a:gridCol w="777240"/>
                <a:gridCol w="777240"/>
                <a:gridCol w="4480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能否定量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HPC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端到端完整度 (诚实分级)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连续0-1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完整端到端 (本地+HPC 双验证)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XGBoost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连续0-1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完整端到端 (本地+HPC 双验证)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ML pipeline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排名分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子模型 (Pre&amp;RecNeo 跑肽段, r=1.0)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RandomForest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连续0-1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降级 (特征链缺 RNA-seq/stabpan)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 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集成 ML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概率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自训版 (无官方权重, 不对标原论文)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74920"/>
            <a:ext cx="10881360" cy="713232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12064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诚实分级结论：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工具均部署 + 均产出可进 ELISpot benchmark 的连续/概率分数；但端到端完整度分三档，不可一概而论 —— </a:t>
            </a:r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DeepImmuno/PredIG 完整双验证，pTuneos 子模型，IMPROVE 降级，NeoTImmuML 自训版。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5852160"/>
            <a:ext cx="10881360" cy="566928"/>
          </a:xfrm>
          <a:prstGeom prst="rect">
            <a:avLst/>
          </a:prstGeom>
          <a:solidFill>
            <a:srgbClr val="FBEEE4"/>
          </a:solidFill>
          <a:ln w="12700">
            <a:solidFill>
              <a:srgbClr val="C974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NeoTImmuML = 自训版：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repo 无预训练权重，benchmark 用我们用公开数据自训的模型，非官方权重，数值不对标原论文精度。「⚠️ 部分」= 工具自身限制非部署失败。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5 · 4 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 (CNN) 预测肽段对 CD8+ T 细胞的免疫原性 (HLA-I)，附 GAN 生成功能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765792" y="658368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765792" y="658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765792" y="1115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CNN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CSV，无表头两列  peptide,HLA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肽段长度死限 9 / 10-mer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格式  HLA-A*0201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无需基因组 / HLA 库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single  单条 (结果打 stdout)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multiple --intdir --outdir  批量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无可调超参；须在 repo 根目录运行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 分隔  peptide / HLA / immunogenicity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immunogenicity = 连续 0-1 (越高越强)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NLVPMVATV(CMV)=0.957、GILGFVFTL(流感)=0.887 → 已知强表位高分，合理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最轻量，纯肽段+HLA 即可，无许可工具依赖，CPU 可跑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部署：Python3.8 + TF2.3 + protobuf3.20 (坑：不降报 Descriptors 错)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局限：肽长死限 9/10-mer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5 · 4 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 预测 T 细胞表位免疫原性，三类抗原专用模型，可解释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765792" y="658368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765792" y="658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765792" y="1115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XGBoost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模式：CSV-Uniprot / CSV-Recombinant / FASTA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Recombinant 列  epitope,HLA_allele,protein_seq,protein_name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8-14 AA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--modelXG {neoant | noncan | path}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--type {uniprot | recombinant | fasta}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-o 输出文件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CSV，PredIG 列 = 连续 0-1 免疫原性分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NOAH / NetCleave / 物化 / TCR_contact 等 13 列特征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SLLMWITQV = 0.0061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连续分 + 可解释特征 + 容器化 (依赖全打包)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部署：官方 Docker 镜像 (14.4G) → HPC 转 Singularity (predig.sif 4.6G)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局限：镜像大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5 · 4 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个性化新抗原全流程 pipeline (WES/RNA-seq 或 VCF → 排名)；识别子模型可单独跑肽段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765792" y="658368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765792" y="658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子模型端到端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765792" y="1115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ML 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pipeline：VCF + 表达谱 + 拷贝数 + 纯度 + HLA (需全基因组，吃不了纯肽)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Pre&amp;RecNeo 子模型：仅 MT_pep + WT_pep + HLA 三列 (可跑 ELISpot 肽)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完整：python pTuneos.py {WES|VCF} -i config.yaml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Pre&amp;RecNeo：自写 wrapper 调 InVivoModelAndScore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 netMHCpan/blastp 加速 + nproc 并行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RefinedNeo = 患者级排名分 (乘表达/VAF/克隆性，需测序)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Pre&amp;RecNeo (model_pro) = 纯肽免疫原性识别分 → 与其他 4 工具可比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example VCF 出 40 新抗原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镜像自带 netMHCpan-4.0 / VEP / GATK / BWA 全套；修 8 坑 + VEP cache 14G 端到端跑通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Pre&amp;RecNeo 跑 ELISpot 32178 肽对 → 进 benchmark (对账官方 r=1.0)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诚实：本地 docker 跑 (HPC sif 受限)；r=1.0 只证复刻逻辑对，非整管线 ELISpot 能力背书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5 · 4 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随机森林预测新表位免疫原性，22 特征，三变体 (Simple / TME_excluded / TME_included)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765792" y="658368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765792" y="658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降级版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765792" y="1115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RandomForest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TSV，必填  突变肽 + 野生型肽 +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8-12 AA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两步流程：① feature_calc 算特征  ② Predict 跑 RF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步2  --model {Simple | TME_excluded | TME_included}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每变体加载 5 个 RF (rf0-rf4 集成)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 追加  mean_prediction_rf (连续 0-1)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5fold × 50 RF 集成平均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Simple 变体 EEFLNSWML = 0.5146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 22 特征，专为新表位排名设计，整合 TCR 识别 (PRIME)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缺口：ELISpot 无 RNA-seq → Expression 特征降级；netMHCstabpan 受 glibc 挡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Predict 步本地+HPC 跑通；非「装不上」，是结构性数据缺口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5 · 4 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★自训版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加权集成 (LightGBM+XGBoost+RandomForest) 预测肿瘤新抗原免疫原性，78 个肽段物化特征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765792" y="658368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765792" y="658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自训版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765792" y="1115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集成 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CSV：Peptide + immunogenicity(标签) + 78 个 R Peptides 物化特征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8-13 AA，不要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特征须先用 R Peptides 包外部算好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CLI，是 Jupyter notebook (21 cell)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file_path 指数据；内含 8 算法对比+加权集成+5fold CV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分类指标 + 雷达图 + predict_proba 连续概率 → 能定量强弱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官方无预训练权重 → benchmark 用我们自训版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数值不对标原论文精度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纯肽特征，不要 HLA / 不要 netMHCpan 等许可工具 (部署最轻)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局限：研究 notebook 无权重 → 用 TumorAgDB2.0 重训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 78 特征计算代码 → 须 R Peptides 算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部署环境与关键技术问题 (踩坑)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4206240" cy="443484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3794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WSL2 Ubuntu 24.04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调试主战场 · GPU 直通 RTX4070 · conda + Docker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XJTLU HPC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dtn.hpc.xjtlu.edu.cn · 最终部署目标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Singularity 3.11.3 + module miniconda3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出网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/ pypi / DTU ✅   Docker Hub 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关键技术问题与解决 (踩坑)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2194560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2194560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285232" y="23317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跑不动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85232" y="267004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 含非法 * 文件名 → NTFS checkout 崩 → 全转 WSL2/HPC Linux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0" y="2194560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2194560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577072" y="23317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版本地狱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77072" y="267004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 TF/numpy/protobuf → 严格按官方 pin 建独立 conda env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3493008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3493008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285232" y="36301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Hub 国内不通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85232" y="3968496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mirrored + daemon 代理拉镜像；HPC 转 Singularity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0" y="3493008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0" y="3493008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8577072" y="36301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 老二进制 segfault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77072" y="3968496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内核 vsyscall → .wslconfig 加 vsyscall=emulate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20640" y="4791456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20640" y="4791456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5285232" y="492861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glibc 2.28 &lt; 2.29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85232" y="5266944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netMHCstabpan 原生跑不了 → 需新 glibc 容器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412480" y="4791456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791456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577072" y="492861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git-lfs 大文件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577072" y="5266944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models 1.9G：--depth 1 只得指针 → git lfs pull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方法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ELISpot 真实数据 · 评估口径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3794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 DS2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1819656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101 条肽段，34247 行 (子肽×HLA)。标签按 ELISpot SFC&gt;0 切：90 阳 / 11 阴 (1 个 ==0 + 10 个 &lt;0 背景扣减 = 真无反应，阴性定义干净 ≤0)。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862072"/>
            <a:ext cx="82296" cy="10789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0837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参评工具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299008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个：第一批 5 (DeepImmuno/PredIG/IMPROVE/NeoTImmuML★/pTuneos) + 第二批 3 (PRIME/ImmuneApp/deepHLApan)。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32504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32504"/>
            <a:ext cx="82296" cy="10789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788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 × 阈值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4160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每肽多子肽×HLA → 聚合 max / mean / top3mean；阈值 &gt;0 / &gt;10 / &gt;median=22.67。主对比口径 = max, &gt;0 (apples-to-apples)。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02936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202936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349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91840" y="533095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AUC-ROC (判别力)、AUPRC、Spearman ρ (连续 SFC 相关 = 定量强弱)。AUC 不显著性用 2000 次 bootstrap 95% CI 量化。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5 工具复现验证：max|AUC diff| ≤ 0.004 (浮点精度内)，口径对齐 PASS。所有数字经 csv 三方核对 (0 drift)。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工具在 ELISpot 上判别力普遍弱、统计不可区分、新工具无增量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4008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6_8tools_auc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27632"/>
            <a:ext cx="621792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8704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图：8 工具 AUC-ROC (DS2, max 聚合, &gt;0) + 95% bootstrap CI 误差棒；橙 = 第二批新工具。除 pTuneos 外 CI 下界均跌破随机线 0.5。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132320" y="1627632"/>
            <a:ext cx="4526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0" y="1627632"/>
            <a:ext cx="82296" cy="14813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17373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判别力普遍弱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0" y="208483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 点估居前 = pTuneos 0.7525，但 95% CI=[0.598, 0.888] 宽达 ±0.15；除 pTuneos 外所有工具 CI 下界均 &lt; 0.5 (随机线)。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32320" y="3200400"/>
            <a:ext cx="4526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0" y="3200400"/>
            <a:ext cx="82296" cy="14813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0" y="331012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统计不可区分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0" y="36576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 bootstrap：pTuneos vs PredIG ΔAUC=0.091 CI=[−0.145,+0.310]、vs NeoTImmuML ΔAUC=0.098 CI=[−0.140,+0.327]，均跨 0 → 头部工具间分不出显著高下 (根因 = 阴性仅 11 个)。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132320" y="4773168"/>
            <a:ext cx="4526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132320" y="4773168"/>
            <a:ext cx="82296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0" y="488289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新工具无增量 (稳健)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15200" y="523036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第二批 3 工具在全部聚合×阈值下，无一超过第一批最优点估；ImmuneApp 0.589 / PRIME 0.528 / deepHLApan 0.419 (低于随机)。该结论不依赖排名精度。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132320" y="63550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措辞红线：用「点估居前」不用「最优/最强/无可替代」—— 这些一致的数字在 n_neg=11 下不支撑「最优」判语。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统计稳健性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为什么不能下「最优」结论 —— CI 重叠 + 小样本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76656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deepdive/fig_bootstrap_c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45920"/>
            <a:ext cx="6537960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9893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图：8 工具 AUC 点估 + 95% bootstrap CI (caterpillar)。所有 CI 跨越或贴近 0.5 且彼此大幅重叠。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498080" y="1627632"/>
            <a:ext cx="4160520" cy="228600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99248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根因：阴性样本仅 11 个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99248" y="219456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少数类 (阴性) 主导 AUC 的不确定性。11 个阴性 → 每个 bootstrap 重抽差异巨大 → CI 宽达 ±0.15。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工具间排名差异 (&lt; 0.05 AUC) 完全淹没在 CI 宽度里。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98080" y="4069080"/>
            <a:ext cx="4160520" cy="2240280"/>
          </a:xfrm>
          <a:prstGeom prst="rect">
            <a:avLst/>
          </a:prstGeom>
          <a:solidFill>
            <a:srgbClr val="FBEEE4"/>
          </a:solidFill>
          <a:ln w="12700">
            <a:solidFill>
              <a:srgbClr val="C974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99248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「最优」是脆弱角落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99248" y="4590288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 0.78 是「单聚合 × 单阈值 × 11 阴性」三重最优点。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同一工具换 &gt;median 阈值 AUC 掉到 ≈0.46 (低于随机) → 非稳健能力。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 仅显著超弱工具 (IMPROVE/PRIME/deepHLApan)，对最近竞品 PredIG/NeoTImmuML 不显著。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定量能力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现有工具是分类器不是回归器 —— 全阳数据集上排不出强弱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035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7_8tools_spearm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45920"/>
            <a:ext cx="58064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8521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图：8 工具 Spearman ρ (分数 vs ELISpot SFU, max 聚合)。* = p&lt;0.05。仅 IMPROVE / PredIG 显著正相关。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766560" y="1600200"/>
            <a:ext cx="4892040" cy="23317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67728" y="1755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全阳数据集证伪「能定量」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67728" y="2157984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= 82 肽 9mer，全阳 (SFC 16–677，中位 131，无阴性 → 算不了 AUC)，幅度跨 ~40 倍。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8/9 工具对 DS1 SFC 的 |ρ|&lt;0.16、p 全不显著 (≈随机)：PredIG 0.028 / IMPROVE 0.007 / pTuneos −0.022 / ImmuneApp 0.039。唯一显著的 deepHLApan ρ=−0.50 是反向 (非能力)。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4069080"/>
            <a:ext cx="4892040" cy="2194560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67728" y="41879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+ 对袁课题的正面意义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967728" y="4535424"/>
            <a:ext cx="4526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干净对照：同批工具 DS2 上头部能正向显著排 SFC (IMPROVE top3mean ρ=0.32 p=0.001、PredIG mean ρ=0.28 p=0.005)，到 DS1 全阳就全塌成随机。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判别力主要落在「阳 vs 阴」门槛；全阳后门槛信息用尽 → 预测连续 magnitude ≈ 0。这正坐实 QuantImmune 做连续回归的空白。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已知限制与红线 (先说清，免被打回)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7223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27632"/>
            <a:ext cx="82296" cy="107899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556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样本量极小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7480" y="17373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DS2 仅 11 个阴性 → 所有 AUC/ρ 的 95% CI 都很宽，工具间排名差异 (&lt;0.05 AUC) 不显著。这是「无稳健最优」结论的直接来源。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798064"/>
            <a:ext cx="7223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798064"/>
            <a:ext cx="82296" cy="107899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926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患者层聚集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290779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101 肽来自 9 个病人，前 2 个病人贡献约 45% 的阴性肽 → 有效自由度 &lt; 101 (伪重复)，AUC 可能部分在测「区分患者」。需按 Patient_ID 分层复核。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968496"/>
            <a:ext cx="7223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968496"/>
            <a:ext cx="82296" cy="107899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0965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IEDB overlap 待测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4078224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第二批工具 (PRIME/ImmuneApp/deepHLApan) 多用 IEDB 训练，与本 ELISpot 集可能重叠；当前无排重代码，「独立性待查」。泄漏方向让分数虚高 → 对「新工具无增量」主结论顺风。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5138928"/>
            <a:ext cx="7223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138928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526694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工具完整度分级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5248656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DeepImmuno/PredIG 完整端到端；pTuneos 子模型 (r=1.0 只证复刻逻辑对)；IMPROVE 特征链降级；NeoTImmuML★自训版 (非官方权重)。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1627632"/>
            <a:ext cx="3611880" cy="4617720"/>
          </a:xfrm>
          <a:prstGeom prst="rect">
            <a:avLst/>
          </a:prstGeom>
          <a:solidFill>
            <a:srgbClr val="4A1F24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753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许可红线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75320" y="2286000"/>
            <a:ext cx="3246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 / netMHCstabpan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DTU 学术许可。第 7(v)/10 条：未经 DTU 书面同意，不得向第三方发布在其软件上跑的 benchmark 结果 (含跑出的数字)。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本项目是 benchmark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论文 / 对外报告含 netMHCpan 对比数字前，须先取 DTU 书面同意 (投稿阶段处理)。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 = GPL-2.0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公开发布前需合规审。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QUANTIMMUNE 立项支撑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机会与边界：做对反应强弱的连续回归，但先验证命门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5212080" cy="2240280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00200"/>
            <a:ext cx="82296" cy="2240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7465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🌊 蓝海 (方向不撞车)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9848" y="2167128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F1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ELISpot SFC 做连续 magnitude 回归是学界公认空白。2024 综述 (Expl Immunol, DOI 10.37349/ei.2023.00091)：「Magnitude prediction remains an unaddressed gap」。逐一核验自称「定量」的工具 (PRIME=ranking、ICERFIRE 把量级塌成二分、neoIM/T-SCAPE 仍分类) → 真做连续回归的 = 0 个。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212080" cy="2240280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600200"/>
            <a:ext cx="82296" cy="224028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465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命门 (立项前零成本必做)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01968" y="2167128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F1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想做回归却可能没有足够连续标签。公开数据集绝大多数二元 (PRIME/NEPdb/dbPepNeo2 全 binary)；唯一系统带 magnitude 字段 = IEDB / CEDAR。动手前必先核 IEDB/CEDAR 的 magnitude 字段实际填充率 —— 若稀疏，「想做回归但无连续标签」直接塌缩立项。零算力，数日可做。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4160520"/>
            <a:ext cx="5212080" cy="2240280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160520"/>
            <a:ext cx="82296" cy="2240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3068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理论天花板 (避免过度承诺)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69848" y="4727448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F1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纯「肽+HLA」对 magnitude 的可解释方差被生物学封顶 —— 头号因子 naïve precursor frequency (Jenkins &amp; Moon 2012) 由宿主 TCR 库决定，无法从肽+HLA 推出；叠加 ELISpot 噪声 (CV~40%) → ρ 天花板粗估 0.4–0.6 (低置信，待校准)。IMPROVE ρ≈0.32 已达约 2/3。勿承诺 ρ→0.8。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55080" y="4160520"/>
            <a:ext cx="5212080" cy="2240280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4160520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068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headline 押 C3 (临床 top-K 排序)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01968" y="4727448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F1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连续模型在 held-out 病人上的 top-K 推荐质量优于二分类 —— 临床只能合成 top-K 肽，排序质量直接等于临床价值。不赌破天花板，最现实、最可证伪。C1 (坐实纯序列天花板) 当诚实能力刻画；C2 (喂供体 TCR-seq 破天花板) 标探索性 stretch goal。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已达成 (余嘉子任务核心)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5303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工具全部部署 + 4 类信息全收集 (逐工具文档齐)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个完整端到端双验证 (DeepImmuno/PredIG)；其余诚实分级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工具 ELISpot benchmark：保守结论 = 判别力普遍弱、统计不可区分、新工具无增量、定量能力弱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第9工具 HLAthena (presentation proxy) 超额补全：ELISpot 上近随机 (AUC 0.51/ρ 0.08 n.s.)，印证提呈≠免疫原性，单列不并比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该负结果反而强化 QuantImmune 做连续 magnitude 回归的立项动机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2148840"/>
            <a:ext cx="5029200" cy="749808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148840"/>
            <a:ext cx="73152" cy="74980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240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立项命门 (优先, 零算力)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29400" y="25328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 IEDB/CEDAR magnitude 字段填充率 —— 整个方向的开关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2990088"/>
            <a:ext cx="5029200" cy="749808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990088"/>
            <a:ext cx="73152" cy="74980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30815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扩负样本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337413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DS2 仅 11 阴性 → 要袁老师补真实 ELISpot 阴性肽至 ≥30 再重测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3831336"/>
            <a:ext cx="5029200" cy="749808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831336"/>
            <a:ext cx="73152" cy="74980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9227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IEDB overlap 实测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421538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32178 肽 vs IEDB 精确+9mer match 报 overlap%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4672584"/>
            <a:ext cx="5029200" cy="749808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672584"/>
            <a:ext cx="73152" cy="74980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7640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袁老师正式数据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50566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到位后按各工具格式做转换 → 正式测试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5513832"/>
            <a:ext cx="5029200" cy="749808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5513832"/>
            <a:ext cx="73152" cy="74980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56052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对外许可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29400" y="58978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投稿前取 DTU 书面同意 (netMHCpan 数字)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9A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数据真源：本地 ~/quantimmu/ + HPC /gpfs/.../quantimmu/ · 数字经 csv 三方核对 0 drift · 逐工具 4 类信息见 TOOLS/*.md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 · 第 9 工具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 = presentation proxy，额外评测（presentation≠immunogenicity，不并入 8 工具比较）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68580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ELISpot benchmark 结果（DS2，n_pep=100/101）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286000"/>
            <a:ext cx="6400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286000"/>
            <a:ext cx="73152" cy="5669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3408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AUC-ROC (max, &gt;0)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0" y="23408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0.509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2340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随机 (0.5)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2944368"/>
            <a:ext cx="6400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944368"/>
            <a:ext cx="73152" cy="5669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9992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 全聚合×阈值范围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0" y="29992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0.49 – 0.59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29992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无一显著离开随机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3602736"/>
            <a:ext cx="6400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602736"/>
            <a:ext cx="73152" cy="5669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 ρ (vs SFC)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0.08 – 0.15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全 &gt; 0.12 = 不显著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8680" y="4261104"/>
            <a:ext cx="6400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261104"/>
            <a:ext cx="73152" cy="5669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AUPRC (max, &gt;0)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14800" y="4315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0.890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4315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 rate 0.89 → 无提升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" y="5029200"/>
            <a:ext cx="6400800" cy="1078992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084064"/>
            <a:ext cx="6035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 在 ELISpot 免疫原性上近随机 —— 正面印证它的设计定位（预测 MHC-I 提呈，论文明确声明不预测免疫原性）。故作 presentation baseline proxy 单列，</a:t>
            </a:r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不与 8 个免疫原性工具 apples-to-apples 并列。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80960" y="1627632"/>
            <a:ext cx="39776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0956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覆盖度 &amp; 工程诚实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909560" y="224028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逐肽覆盖 100/101 (98%)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每肽对全 HLA×window 子肽取 max 聚合 → 即便部分子肽缺失，逐肽分稳健。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 266/336 完成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登录节点跑（无专用 CPU qos）；70 个 chunk 多为 length-8 在节点高负载下被 cgroup 内存 kill，未完成。近随机结论不受影响（覆盖已 98%）。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GCS 死锁绕过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镜像空壳运行时拉模型 401 死锁 → 匿名下 65-allele 模型 + patch fetch_models=false 本地挂载跑通。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数字核 analysis/metrics_ds2_9tools.csv（HLAthena 行）· merge 见 scripts/out/merged_all_tools_9tools.xlsx · ⚠️ HLAthena 按袁老师分工属李紫晨，本评测为余嘉超额补全。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新抗原免疫原性预测工具部署测试 + Benchmark 报告</dc:title>
  <dc:subject>PptxGenJS Presentation</dc:subject>
  <dc:creator>余嘉 (legacccy)</dc:creator>
  <cp:lastModifiedBy>余嘉 (legacccy)</cp:lastModifiedBy>
  <cp:revision>1</cp:revision>
  <dcterms:created xsi:type="dcterms:W3CDTF">2026-06-24T19:24:47Z</dcterms:created>
  <dcterms:modified xsi:type="dcterms:W3CDTF">2026-06-24T19:24:47Z</dcterms:modified>
</cp:coreProperties>
</file>