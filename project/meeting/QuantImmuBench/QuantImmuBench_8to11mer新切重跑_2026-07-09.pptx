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癌症个性化新抗原疫苗 · 免疫原性工具系统评测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984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QuantImmuBench §2.2 · 8–11mer 可变窗补充口径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97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6F2F2"/>
                </a:solidFill>
                <a:latin typeface="Microsoft YaHei"/>
                <a:ea typeface="Microsoft YaHei"/>
                <a:cs typeface="Microsoft YaHei"/>
              </a:rPr>
              <a:t>29 工具真实新跑 8/9/10/11mer · 复现零偏离核过 · 102 SNV 肽 · 9 患者 · 2026-07-09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solidFill>
            <a:srgbClr val="0F4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5074920"/>
            <a:ext cx="91440" cy="7772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7492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结论   </a:t>
            </a: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9mer 主口径整体仍优于 8–11 可变窗，加固 §2.2（选 9AA）。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0072" y="626364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FB7BD"/>
                </a:solidFill>
                <a:latin typeface="Microsoft YaHei"/>
                <a:ea typeface="Microsoft YaHei"/>
                <a:cs typeface="Microsoft YaHei"/>
              </a:rPr>
              <a:t>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一页看懂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8–11mer 可变窗补充口径：一页看懂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511296" cy="4892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9344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8–11mer 口径是什么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3008376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每肽按 8/9/10/11mer 全窗切分 → 各工具打分后 max 池化（零选择 &lt;tool&gt;_max）。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effN≥8 有效覆盖门槛 → Fisher-Z 病人等权聚合，与 9mer 主口径同引擎、可比。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102 SNV 突变肽 · DS2 9 患者 · Elispot 连续 SFC · cluster-bootstrap 95%CI（n_boot=2000, seed=42）。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1463040"/>
            <a:ext cx="3511296" cy="4892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463040"/>
            <a:ext cx="82296" cy="48920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09344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和 9mer 比结论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029968"/>
            <a:ext cx="3008376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均值 ρ：9mer </a:t>
            </a:r>
            <a:r>
              <a:rPr sz="12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0.113</a:t>
            </a: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 vs 8–11 可变窗 </a:t>
            </a:r>
            <a:r>
              <a:rPr sz="12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0.054</a:t>
            </a: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22/28</a:t>
            </a: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 工具 9mer 更高（79%）→ 9mer 主口径整体更优，加固 §2.2 选 9AA。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唯一例外 MHCnuggets（8–11 略升 0.319→0.329）。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1" y="1463040"/>
            <a:ext cx="3511296" cy="4892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1463040"/>
            <a:ext cx="82296" cy="48920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609344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诚实脚注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29968"/>
            <a:ext cx="3008376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DeepNetBim = 9mer-only、DeepImmuno = 9–10mer only（原生架构限长，非漏跑）。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数据溯源：29 工具 official.csv 全 2026-07-08 真跑；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9mer 子集 vs 独立 9mer 结果 bit 一致 → 复现零偏离核过。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来源  </a:t>
            </a:r>
            <a:r>
              <a:rPr sz="900" b="0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R1_recomputed_rerun_8to11mer_effN8.csv · coverage_matrix.NEW.csv · 改动②③全量重跑（2026-07-08）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7B8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核心结果 · §2.2 单工具主指标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8–11mer 可变窗单工具 max-pooling Spearman 排名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00" cy="5212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8to11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94" y="1481328"/>
            <a:ext cx="4341412" cy="4992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0" y="1371600"/>
            <a:ext cx="5806440" cy="5212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1371600"/>
            <a:ext cx="82296" cy="521208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1517904"/>
            <a:ext cx="54406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8–11mer 单工具排名要点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938528"/>
            <a:ext cx="53035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头部前五：</a:t>
            </a: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MHCnuggets 0.329 &gt; netMHCpan_BA 0.213 &gt; PredIG 0.179 &gt; IEDB_Calis 0.177 &gt; ICERFIRE 0.176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均值 ρ̄ = </a:t>
            </a:r>
            <a:r>
              <a:rPr sz="12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0.054</a:t>
            </a: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（Fisher-Z 病人等权，28 工具）。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23A48"/>
                </a:solidFill>
                <a:latin typeface="Microsoft YaHei"/>
                <a:ea typeface="Microsoft YaHei"/>
                <a:cs typeface="Microsoft YaHei"/>
              </a:rPr>
              <a:t>负值尾部：</a:t>
            </a: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TSCAPE / CNNeo / MHCseqNet 翻负 —— 8–11 可变窗上 max-pool 被非 9mer 窗抢走，稀释了对齐 SFC 的信号。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与 9mer 主口径（ρ̄ 0.113）相比整体下移，仅 MHCnuggets 反升。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来源  </a:t>
            </a:r>
            <a:r>
              <a:rPr sz="900" b="0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R1_recomputed_rerun_8to11mer_effN8.csv · per-patient Spearman → effN≥8 Fisher-Z 病人等权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7B8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口径对比 · 9mer vs 8–11mer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9mer 主口径 vs 8–11mer 可变窗 · 逐工具哑铃对比</a:t>
            </a:r>
          </a:p>
        </p:txBody>
      </p:sp>
      <p:pic>
        <p:nvPicPr>
          <p:cNvPr id="5" name="Picture 4" descr="fig_8to11_vs_9mer_dumb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12" y="1371600"/>
            <a:ext cx="8558696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solidFill>
            <a:srgbClr val="F2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43600"/>
            <a:ext cx="82296" cy="4572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43600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9mer 整体优于 8–11（均值 0.113 &gt; 0.054、22/28 工具下降）；唯 MHCnuggets 0.319→0.329 反升（例外）；MHCseqNet 0.228→-0.120、ImmuGenX 翻负 = 非 9mer 窗抢 max-pool 的真实信号，非 bug。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来源  </a:t>
            </a:r>
            <a:r>
              <a:rPr sz="900" b="0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R1_recomputed_rerun_9mer_effN8.csv · R1_recomputed_rerun_8to11mer_effN8.csv · 逐工具 Δρ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7B8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覆盖 · 8–11mer 子肽层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8–11mer 子肽层覆盖：24/29 工具满覆盖，5 个诚实上限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00" cy="5212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8to11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481328"/>
            <a:ext cx="4160520" cy="4992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0" y="1371600"/>
            <a:ext cx="5806440" cy="5212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1371600"/>
            <a:ext cx="82296" cy="521208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1517904"/>
            <a:ext cx="54406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8–11mer 子肽层覆盖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938528"/>
            <a:ext cx="530352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24/29</a:t>
            </a: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 工具满覆盖（17088 子肽 × HLA MT 位点）。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5 个诚实上限（全 documented，非真漏）：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ICERFIRE  90.7%</a:t>
            </a:r>
            <a:r>
              <a:rPr sz="1200" b="0">
                <a:solidFill>
                  <a:srgbClr val="5E7B83"/>
                </a:solidFill>
                <a:latin typeface="Microsoft YaHei"/>
                <a:ea typeface="Microsoft YaHei"/>
                <a:cs typeface="Microsoft YaHei"/>
              </a:rPr>
              <a:t>  — 部署天花板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HLAthena  76.8%</a:t>
            </a:r>
            <a:r>
              <a:rPr sz="1200" b="0">
                <a:solidFill>
                  <a:srgbClr val="5E7B83"/>
                </a:solidFill>
                <a:latin typeface="Microsoft YaHei"/>
                <a:ea typeface="Microsoft YaHei"/>
                <a:cs typeface="Microsoft YaHei"/>
              </a:rPr>
              <a:t>  — 缺神经权重（部署天花板）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DeepImmuno  50.0%</a:t>
            </a:r>
            <a:r>
              <a:rPr sz="1200" b="0">
                <a:solidFill>
                  <a:srgbClr val="5E7B83"/>
                </a:solidFill>
                <a:latin typeface="Microsoft YaHei"/>
                <a:ea typeface="Microsoft YaHei"/>
                <a:cs typeface="Microsoft YaHei"/>
              </a:rPr>
              <a:t>  — 9–10mer 原生限长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NetTepi  31.1%</a:t>
            </a:r>
            <a:r>
              <a:rPr sz="1200" b="0">
                <a:solidFill>
                  <a:srgbClr val="5E7B83"/>
                </a:solidFill>
                <a:latin typeface="Microsoft YaHei"/>
                <a:ea typeface="Microsoft YaHei"/>
                <a:cs typeface="Microsoft YaHei"/>
              </a:rPr>
              <a:t>  — 13 等位限制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DeepNetBim  23.7%</a:t>
            </a:r>
            <a:r>
              <a:rPr sz="1200" b="0">
                <a:solidFill>
                  <a:srgbClr val="5E7B83"/>
                </a:solidFill>
                <a:latin typeface="Microsoft YaHei"/>
                <a:ea typeface="Microsoft YaHei"/>
                <a:cs typeface="Microsoft YaHei"/>
              </a:rPr>
              <a:t>  — 9mer 原生限长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覆盖以子肽层（每子肽×HLA 位点）计，非 mut_key 层 max-pool（后者单窗命中即误显全 102 肽满覆盖）。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来源  </a:t>
            </a:r>
            <a:r>
              <a:rPr sz="900" b="0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coverage_matrix.NEW.csv（MT 侧 scored/total, 子肽层）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7B8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结论 &amp; 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结论与诚实边界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511296" cy="4892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" cy="489204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9344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9E7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3008376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9mer 主口径整体优于 8–11 可变窗：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均值 ρ 0.113 vs 0.054、22/28（79%）工具下降。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→ 加固 §2.2 主口径选 9AA。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1463040"/>
            <a:ext cx="3511296" cy="4892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463040"/>
            <a:ext cx="82296" cy="489204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09344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9F00"/>
                </a:solidFill>
                <a:latin typeface="Microsoft YaHei"/>
                <a:ea typeface="Microsoft YaHei"/>
                <a:cs typeface="Microsoft YaHei"/>
              </a:rPr>
              <a:t>诚实边界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029968"/>
            <a:ext cx="3008376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MHCnuggets 是唯一反升（0.319→0.329）。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限长工具（DeepNetBim=9mer、DeepImmuno=9–10mer）在可变窗仅覆盖原生窗长子肽，窗长已据实标注。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TSCAPE / CNNeo / MHCseqNet 翻负 = 可变窗抢 max-pool 的真实信号，非 bug。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1" y="1463040"/>
            <a:ext cx="3511296" cy="4892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1463040"/>
            <a:ext cx="82296" cy="48920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1609344"/>
            <a:ext cx="31455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DAI 版 8–11mer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29968"/>
            <a:ext cx="3008376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DAI 差分口径 8–11mer top：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IEDB_Calis 0.329、PredIG 0.328、Repitope 0.294。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6323A"/>
                </a:solidFill>
                <a:latin typeface="Microsoft YaHei"/>
                <a:ea typeface="Microsoft YaHei"/>
                <a:cs typeface="Microsoft YaHei"/>
              </a:rPr>
              <a:t>（从 dai csv 现算，供交叉参考。）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来源  </a:t>
            </a:r>
            <a:r>
              <a:rPr sz="900" b="0">
                <a:solidFill>
                  <a:srgbClr val="0072B2"/>
                </a:solidFill>
                <a:latin typeface="Microsoft YaHei"/>
                <a:ea typeface="Microsoft YaHei"/>
                <a:cs typeface="Microsoft YaHei"/>
              </a:rPr>
              <a:t>R1_recomputed_rerun_8to11mer_effN8.csv · R1_recomputed_rerun_8to11mer_dai_effN8.csv · coverage_matrix.NEW.csv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7B8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