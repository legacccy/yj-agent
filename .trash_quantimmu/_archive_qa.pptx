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工具 Benchmark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新抗原免疫原性预测工具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部署测试报告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个预测工具 · 部署 / 运行 / 4 类信息收集 · ELISpot 真实数据验证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8006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29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余嘉 (legacccy)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协作项目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袁老师课题组 · 西交利物浦大学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77272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任务目标与我负责的子任务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12080" cy="448056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项目总目标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做一个能预测 T 细胞免疫反应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「强弱定量程度」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的工具 —— 比现有只判「有 / 无免疫原性」的二分类更进一步。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 benchmark 现有工具 + 数据集  →  结合自研 QuantImmune 算法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我的子任务：在 HPC 部署并测试运行 5 个工具，每个收集 4 类信息 → PPT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每个工具需收集的 4 类信息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23957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3134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输入数据的模板 / 格式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32320" y="26517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文件类型、必填列、肽长限制、HLA 格式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163824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36499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826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预测工具运行参数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32320" y="3621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可调参数的类型及功能、运行模式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133088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3952" y="433425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4251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输出数据格式及含义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0" y="4590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关键列、分数类型、能否定量强弱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5102352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530352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5303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52212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工具简介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132320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方法、特点、优势与局限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 · 部署与运行状态一览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2103120"/>
                <a:gridCol w="1691640"/>
                <a:gridCol w="1554480"/>
                <a:gridCol w="1965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能否定量强弱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WSL2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端到端「肽段→分数」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0.5325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完全跑通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XGBoost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0.00614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完全跑通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RandomForest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Predict 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Predict 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部分(特征链)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 ML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概率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重训跑通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env 就绪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部分(需重训)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 pipeline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排名分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端到端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sif 受限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Pre&amp;RecNeo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86400"/>
            <a:ext cx="10881360" cy="86868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5595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工具全部部署 / 环境就绪；其中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均产出 ELISpot 真实分数并完成 benchmark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。DeepImmuno、PredIG 本地+HPC 双验证完全端到端；pTuneos 本地 docker 端到端 (example VCF + Pre&amp;RecNeo 子模型跑 ELISpot)；IMPROVE/NeoTImmuML 部分 (缺口明确，非「装不上」)。5 个均输出连续 / 概率分数 → 都支持「强弱定量」。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(CNN) 预测肽段对 CD8+ T 细胞的免疫原性 (HLA-I)，附 GAN 生成功能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CSV，无表头两列  peptide,HLA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肽段长度死限 9 / 10-mer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 (结果打 stdout)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--intdir --outdir  批量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分隔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连续 0-1 (越高越强)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NLVPMVATV(CMV)=0.957、GILGFVFTL(流感)=0.887 → 已知强表位高分，合理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最轻量，纯肽段+HLA 即可，无许可工具依赖，CPU 可跑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部署：Python3.8 + TF2.3 + protobuf3.20 (坑：不降报 Descriptors 错)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局限：肽长死限 9/10-mer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预测 T 细胞表位免疫原性，三类抗原专用模型，可解释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模式：CSV-Uniprot / CSV-Recombinant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epitope,HLA_allele,protein_seq,protein_name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8-14 AA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{neoant | noncan | path}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{uniprot | recombinant | fasta}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连续 0-1 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NOAH / NetCleave / 物化 / TCR_contact 等 13 列特征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 (依赖全打包)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部署：官方 Docker 镜像 (14.4G)→ HPC 转 Singularity (predig.sif 4.6G)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局限：镜像大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随机森林预测新表位免疫原性，22 特征，三变体 (Simple / TME_excluded / TME_included)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部分完成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RandomForest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野生型肽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8-12 AA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两步流程：① feature_calc 算特征  ② Predict 跑 RF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步2  --model {Simple | TME_excluded | TME_included}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每变体加载 5 个 RF (rf0-rf4 集成)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  mean_prediction_rf (连续 0-1)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5fold × 50 RF 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 22 特征，专为新表位排名设计，整合 TCR 识别 (PRIME)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数据缺口：ELISpot 仅肽+HLA，无 RNA-seq → Expression / NetMHCExp 必 impute；Stability 可经容器补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 步本地+HPC 跑通；全特征链需学术许可工具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加权集成 (LightGBM+XGBoost+RandomForest) 预测肿瘤新抗原免疫原性，78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部分(已重训)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集成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CSV：Peptide + immunogenicity(标签) + 78 个 R Peptides 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8-13 AA，不要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特征须先用 R Peptides 包外部算好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CLI，是 Jupyter notebook (21 cell)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file_path 指数据；内含 8 算法对比+加权集成+5fold CV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predict_proba 连续概率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能定量强弱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自训后 10536 ELISpot 肽出分 0.0002-0.9974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纯肽特征，不要 HLA / 不要 netMHCpan 等许可工具 (部署最轻)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局限：研究 notebook 无预训练权重 → 用 TumorAgDB2.0 (36535 行) 重训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特征计算代码 → 须 R Peptides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个性化新抗原全流程 pipeline (WES/RNA-seq 或 VCF → 排名)；识别子模型可单独跑肽段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端到端跑通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ML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pipeline：VCF + 表达谱 + 拷贝数 + 纯度 + HLA (需全基因组，吃不了纯肽)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Pre&amp;RecNeo 子模型：仅 MT_pep + WT_pep + HLA 三列 (可跑 ELISpot 肽)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{WES|VCF} -i config.yaml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Pre&amp;RecNeo：自写 wrapper 调 InVivoModelAndScore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 netMHCpan/blastp 加速 + nproc 并行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RefinedNeo = 患者级排名分 (乘表达/VAF/克隆性，需测序)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(model_pro) = 纯肽免疫原性识别分 → 与其他 4 工具可比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 VCF 出 40 新抗原 (RefinedNeo 0.42–1.13)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netMHCpan-4.0 / VEP / GATK / BWA 全套；修 8 坑 + VEP cache 14G 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跑 ELISpot 32178 肽对 → 进 5 工具 benchmark (对账官方 r=1.0)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诚实：本地 docker 跑 (HPC sif 受限 singularity 非 root)；疏水模型仅 9/10/11mer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部署环境与关键技术问题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206240" cy="443484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794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WSL2 Ubuntu 24.04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调试主战场 · GPU 直通 RTX4070 · conda + Docker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XJTLU HPC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dtn.hpc.xjtlu.edu.cn · 最终部署目标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Singularity 3.11.3 + module miniconda3 + gpfs 136T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/ pypi / DTU ✅   Docker Hub 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关键技术问题与解决 (踩坑)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8523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跑不动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8523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含非法 * 文件名 → NTFS checkout 崩 → 全转 WSL2/HPC Linux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版本地狱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7707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TF/numpy/protobuf → 严格按官方 pin 建独立 conda env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Hub 国内不通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8523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mirrored 网络 + daemon 代理拉镜像；HPC 转 Singularity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57707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老二进制 segfault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7707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内核 vsyscall → .wslconfig 加 vsyscall=emulate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glibc 2.28 &lt; 2.29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523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netMHCstabpan 二进制原生跑不了 → 需新 glibc 容器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1248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7707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git-lfs 大文件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7707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 1.9G：--depth 1 只得指针 → git lfs pull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用袁老师 ELISpot 真实数据跑通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数据处理管线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(83 行全 9-mer) 直接喂；DS2 (101 行变长) 滑窗截取 8-14mer。HLA 归一后按各工具格式生成输入，输出回贴主干表 (34247 行)。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907792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077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29077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17,103  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11296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112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35112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68,494  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14800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41148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26,790  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18304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18304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183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47183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10,536  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321808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218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83280" y="5321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34,247  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工具产出 ELISpot 真实免疫原性分数 (pTuneos 用 Pre&amp;RecNeo 子模型跑肽段，对账官方 r=1.0)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28" name="Image 0" descr="D:/YJ-Agent/project/meeting/QuantImmuBench/analysis/figures/fig1_roc_curves_d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783080"/>
            <a:ext cx="4587240" cy="3931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4360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 ROC (DS2, max 聚合, ELISpot&gt;0)；pTuneos AUC 最高 0.75。DS2 阴性仅 11 → 非统计显著，演示用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深入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阈值敏感性 · 定量相关 · 官方/改动透明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49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R_v3/fig2_bar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27632"/>
            <a:ext cx="507492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5902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阈值敏感：pTuneos &gt;0 最高 (0.78)，但 &gt;10/&gt;median 跌到 0.51/0.46 = 门槛效应；PredIG/IMPROVE 跨阈值稳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5349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9" name="Image 1" descr="D:/YJ-Agent/project/meeting/QuantImmuBench/analysis/figures_R_v3/fig3_scatter_v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27632"/>
            <a:ext cx="5074920" cy="2834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45902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定量相关 (分数 vs ELISpot SFU)：PredIG ρ=0.28** / IMPROVE ρ=0.21* 能跟踪强度；pTuneos ρ=0.03 (ns) 不跟踪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40080" y="5230368"/>
            <a:ext cx="5349240" cy="132588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3492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完全官方 (算法/分数没动)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工具模型/权重/评分；pTuneos model_pro 数值 (r=1.0 对账证)；netMHCpan/blastp/VEP 等外部工具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72200" y="5230368"/>
            <a:ext cx="5349240" cy="1325880"/>
          </a:xfrm>
          <a:prstGeom prst="rect">
            <a:avLst/>
          </a:prstGeom>
          <a:solidFill>
            <a:srgbClr val="FBEEE4"/>
          </a:solidFill>
          <a:ln w="12700">
            <a:solidFill>
              <a:srgbClr val="C974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55080" y="53492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我们的改动 (需标清)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滑窗/格式转换 · benchmark 评估框架 + 所有图 · ⚠️pTuneos 喂肽段 (抠识别子模型，合法但非官方标准流程) · 批处理加速 (结果同) · 修部署 8 坑 (不改算法)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工具全部部署 / 环境就绪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个完全端到端跑通 (DeepImmuno、PredIG)，本地+HPC 双验证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产出 ELISpot 真实分数 + benchmark (pTuneos 用 Pre&amp;RecNeo 子模型，pTuneos AUC 最高 0.75)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类信息全部收集完成 (逐工具文档齐)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剩余缺口 (诚实标注)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全特征链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5694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Expression/NetMHCExp 需 RNA-seq，ELISpot 无 → 结构性 impute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099816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99816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1912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权重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notebook 无预训练权重，已用公开库自训补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4050792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50792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41422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HPC 真跑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4714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docker 已端到端；HPC singularity 非 root/fakeroot 受限，待重打包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5001768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5001768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50932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袁老师正式数据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5422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到位后按各工具格式做转换 → 正式测试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数据真源：本地 ~/quantimmu/smoke/ + HPC /gpfs/.../quantimmu/ · 逐工具 4 类信息见 TOOLS/*.md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新抗原免疫原性预测工具部署测试报告</dc:title>
  <dc:subject>PptxGenJS Presentation</dc:subject>
  <dc:creator>余嘉 (legacccy)</dc:creator>
  <cp:lastModifiedBy>余嘉 (legacccy)</cp:lastModifiedBy>
  <cp:revision>1</cp:revision>
  <dcterms:created xsi:type="dcterms:W3CDTF">2026-06-23T09:52:50Z</dcterms:created>
  <dcterms:modified xsi:type="dcterms:W3CDTF">2026-06-23T09:52:50Z</dcterms:modified>
</cp:coreProperties>
</file>